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3" r:id="rId5"/>
    <p:sldMasterId id="2147483714" r:id="rId6"/>
    <p:sldMasterId id="2147483715" r:id="rId7"/>
    <p:sldMasterId id="2147483716" r:id="rId8"/>
    <p:sldMasterId id="2147483717"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Lst>
  <p:sldSz cy="5143500" cx="9144000"/>
  <p:notesSz cx="6858000" cy="9144000"/>
  <p:embeddedFontLst>
    <p:embeddedFont>
      <p:font typeface="Roboto"/>
      <p:regular r:id="rId115"/>
      <p:bold r:id="rId116"/>
      <p:italic r:id="rId117"/>
      <p:boldItalic r:id="rId118"/>
    </p:embeddedFont>
    <p:embeddedFont>
      <p:font typeface="Roboto Medium"/>
      <p:regular r:id="rId119"/>
      <p:bold r:id="rId120"/>
      <p:italic r:id="rId121"/>
      <p:boldItalic r:id="rId122"/>
    </p:embeddedFont>
    <p:embeddedFont>
      <p:font typeface="Merriweather Light"/>
      <p:regular r:id="rId123"/>
      <p:bold r:id="rId124"/>
      <p:italic r:id="rId125"/>
      <p:boldItalic r:id="rId126"/>
    </p:embeddedFont>
    <p:embeddedFont>
      <p:font typeface="Corbel"/>
      <p:regular r:id="rId127"/>
      <p:bold r:id="rId128"/>
      <p:italic r:id="rId129"/>
      <p:boldItalic r:id="rId130"/>
    </p:embeddedFont>
    <p:embeddedFont>
      <p:font typeface="Noto Sans Symbols"/>
      <p:regular r:id="rId131"/>
      <p:bold r:id="rId132"/>
    </p:embeddedFont>
    <p:embeddedFont>
      <p:font typeface="Merriweather"/>
      <p:regular r:id="rId133"/>
      <p:bold r:id="rId134"/>
      <p:italic r:id="rId135"/>
      <p:boldItalic r:id="rId1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0427E0-11CC-486F-B924-43A07F862133}">
  <a:tblStyle styleId="{AE0427E0-11CC-486F-B924-43A07F86213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07" Type="http://schemas.openxmlformats.org/officeDocument/2006/relationships/slide" Target="slides/slide97.xml"/><Relationship Id="rId106" Type="http://schemas.openxmlformats.org/officeDocument/2006/relationships/slide" Target="slides/slide96.xml"/><Relationship Id="rId105" Type="http://schemas.openxmlformats.org/officeDocument/2006/relationships/slide" Target="slides/slide95.xml"/><Relationship Id="rId104" Type="http://schemas.openxmlformats.org/officeDocument/2006/relationships/slide" Target="slides/slide94.xml"/><Relationship Id="rId109" Type="http://schemas.openxmlformats.org/officeDocument/2006/relationships/slide" Target="slides/slide99.xml"/><Relationship Id="rId108" Type="http://schemas.openxmlformats.org/officeDocument/2006/relationships/slide" Target="slides/slide98.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103" Type="http://schemas.openxmlformats.org/officeDocument/2006/relationships/slide" Target="slides/slide93.xml"/><Relationship Id="rId102" Type="http://schemas.openxmlformats.org/officeDocument/2006/relationships/slide" Target="slides/slide92.xml"/><Relationship Id="rId101" Type="http://schemas.openxmlformats.org/officeDocument/2006/relationships/slide" Target="slides/slide91.xml"/><Relationship Id="rId100" Type="http://schemas.openxmlformats.org/officeDocument/2006/relationships/slide" Target="slides/slide90.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29" Type="http://schemas.openxmlformats.org/officeDocument/2006/relationships/font" Target="fonts/Corbel-italic.fntdata"/><Relationship Id="rId128" Type="http://schemas.openxmlformats.org/officeDocument/2006/relationships/font" Target="fonts/Corbel-bold.fntdata"/><Relationship Id="rId127" Type="http://schemas.openxmlformats.org/officeDocument/2006/relationships/font" Target="fonts/Corbel-regular.fntdata"/><Relationship Id="rId126" Type="http://schemas.openxmlformats.org/officeDocument/2006/relationships/font" Target="fonts/MerriweatherLight-boldItalic.fntdata"/><Relationship Id="rId26" Type="http://schemas.openxmlformats.org/officeDocument/2006/relationships/slide" Target="slides/slide16.xml"/><Relationship Id="rId121" Type="http://schemas.openxmlformats.org/officeDocument/2006/relationships/font" Target="fonts/RobotoMedium-italic.fntdata"/><Relationship Id="rId25" Type="http://schemas.openxmlformats.org/officeDocument/2006/relationships/slide" Target="slides/slide15.xml"/><Relationship Id="rId120" Type="http://schemas.openxmlformats.org/officeDocument/2006/relationships/font" Target="fonts/RobotoMedium-bold.fntdata"/><Relationship Id="rId28" Type="http://schemas.openxmlformats.org/officeDocument/2006/relationships/slide" Target="slides/slide18.xml"/><Relationship Id="rId27" Type="http://schemas.openxmlformats.org/officeDocument/2006/relationships/slide" Target="slides/slide17.xml"/><Relationship Id="rId125" Type="http://schemas.openxmlformats.org/officeDocument/2006/relationships/font" Target="fonts/MerriweatherLight-italic.fntdata"/><Relationship Id="rId29" Type="http://schemas.openxmlformats.org/officeDocument/2006/relationships/slide" Target="slides/slide19.xml"/><Relationship Id="rId124" Type="http://schemas.openxmlformats.org/officeDocument/2006/relationships/font" Target="fonts/MerriweatherLight-bold.fntdata"/><Relationship Id="rId123" Type="http://schemas.openxmlformats.org/officeDocument/2006/relationships/font" Target="fonts/MerriweatherLight-regular.fntdata"/><Relationship Id="rId122" Type="http://schemas.openxmlformats.org/officeDocument/2006/relationships/font" Target="fonts/RobotoMedium-boldItalic.fntdata"/><Relationship Id="rId95" Type="http://schemas.openxmlformats.org/officeDocument/2006/relationships/slide" Target="slides/slide85.xml"/><Relationship Id="rId94" Type="http://schemas.openxmlformats.org/officeDocument/2006/relationships/slide" Target="slides/slide84.xml"/><Relationship Id="rId97" Type="http://schemas.openxmlformats.org/officeDocument/2006/relationships/slide" Target="slides/slide87.xml"/><Relationship Id="rId96" Type="http://schemas.openxmlformats.org/officeDocument/2006/relationships/slide" Target="slides/slide86.xml"/><Relationship Id="rId11" Type="http://schemas.openxmlformats.org/officeDocument/2006/relationships/slide" Target="slides/slide1.xml"/><Relationship Id="rId99" Type="http://schemas.openxmlformats.org/officeDocument/2006/relationships/slide" Target="slides/slide89.xml"/><Relationship Id="rId10" Type="http://schemas.openxmlformats.org/officeDocument/2006/relationships/notesMaster" Target="notesMasters/notesMaster1.xml"/><Relationship Id="rId98" Type="http://schemas.openxmlformats.org/officeDocument/2006/relationships/slide" Target="slides/slide88.xml"/><Relationship Id="rId13" Type="http://schemas.openxmlformats.org/officeDocument/2006/relationships/slide" Target="slides/slide3.xml"/><Relationship Id="rId12" Type="http://schemas.openxmlformats.org/officeDocument/2006/relationships/slide" Target="slides/slide2.xml"/><Relationship Id="rId91" Type="http://schemas.openxmlformats.org/officeDocument/2006/relationships/slide" Target="slides/slide81.xml"/><Relationship Id="rId90" Type="http://schemas.openxmlformats.org/officeDocument/2006/relationships/slide" Target="slides/slide80.xml"/><Relationship Id="rId93" Type="http://schemas.openxmlformats.org/officeDocument/2006/relationships/slide" Target="slides/slide83.xml"/><Relationship Id="rId92" Type="http://schemas.openxmlformats.org/officeDocument/2006/relationships/slide" Target="slides/slide82.xml"/><Relationship Id="rId118" Type="http://schemas.openxmlformats.org/officeDocument/2006/relationships/font" Target="fonts/Roboto-boldItalic.fntdata"/><Relationship Id="rId117" Type="http://schemas.openxmlformats.org/officeDocument/2006/relationships/font" Target="fonts/Roboto-italic.fntdata"/><Relationship Id="rId116" Type="http://schemas.openxmlformats.org/officeDocument/2006/relationships/font" Target="fonts/Roboto-bold.fntdata"/><Relationship Id="rId115" Type="http://schemas.openxmlformats.org/officeDocument/2006/relationships/font" Target="fonts/Roboto-regular.fntdata"/><Relationship Id="rId119" Type="http://schemas.openxmlformats.org/officeDocument/2006/relationships/font" Target="fonts/RobotoMedium-regular.fntdata"/><Relationship Id="rId15" Type="http://schemas.openxmlformats.org/officeDocument/2006/relationships/slide" Target="slides/slide5.xml"/><Relationship Id="rId110" Type="http://schemas.openxmlformats.org/officeDocument/2006/relationships/slide" Target="slides/slide100.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14" Type="http://schemas.openxmlformats.org/officeDocument/2006/relationships/slide" Target="slides/slide104.xml"/><Relationship Id="rId18" Type="http://schemas.openxmlformats.org/officeDocument/2006/relationships/slide" Target="slides/slide8.xml"/><Relationship Id="rId113" Type="http://schemas.openxmlformats.org/officeDocument/2006/relationships/slide" Target="slides/slide103.xml"/><Relationship Id="rId112" Type="http://schemas.openxmlformats.org/officeDocument/2006/relationships/slide" Target="slides/slide102.xml"/><Relationship Id="rId111" Type="http://schemas.openxmlformats.org/officeDocument/2006/relationships/slide" Target="slides/slide101.xml"/><Relationship Id="rId84" Type="http://schemas.openxmlformats.org/officeDocument/2006/relationships/slide" Target="slides/slide74.xml"/><Relationship Id="rId83" Type="http://schemas.openxmlformats.org/officeDocument/2006/relationships/slide" Target="slides/slide73.xml"/><Relationship Id="rId86" Type="http://schemas.openxmlformats.org/officeDocument/2006/relationships/slide" Target="slides/slide76.xml"/><Relationship Id="rId85" Type="http://schemas.openxmlformats.org/officeDocument/2006/relationships/slide" Target="slides/slide75.xml"/><Relationship Id="rId88" Type="http://schemas.openxmlformats.org/officeDocument/2006/relationships/slide" Target="slides/slide78.xml"/><Relationship Id="rId87" Type="http://schemas.openxmlformats.org/officeDocument/2006/relationships/slide" Target="slides/slide77.xml"/><Relationship Id="rId89" Type="http://schemas.openxmlformats.org/officeDocument/2006/relationships/slide" Target="slides/slide79.xml"/><Relationship Id="rId80" Type="http://schemas.openxmlformats.org/officeDocument/2006/relationships/slide" Target="slides/slide70.xml"/><Relationship Id="rId82" Type="http://schemas.openxmlformats.org/officeDocument/2006/relationships/slide" Target="slides/slide72.xml"/><Relationship Id="rId81" Type="http://schemas.openxmlformats.org/officeDocument/2006/relationships/slide" Target="slides/slide71.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63.xml"/><Relationship Id="rId72" Type="http://schemas.openxmlformats.org/officeDocument/2006/relationships/slide" Target="slides/slide62.xml"/><Relationship Id="rId75" Type="http://schemas.openxmlformats.org/officeDocument/2006/relationships/slide" Target="slides/slide65.xml"/><Relationship Id="rId74" Type="http://schemas.openxmlformats.org/officeDocument/2006/relationships/slide" Target="slides/slide64.xml"/><Relationship Id="rId77" Type="http://schemas.openxmlformats.org/officeDocument/2006/relationships/slide" Target="slides/slide67.xml"/><Relationship Id="rId76" Type="http://schemas.openxmlformats.org/officeDocument/2006/relationships/slide" Target="slides/slide66.xml"/><Relationship Id="rId79" Type="http://schemas.openxmlformats.org/officeDocument/2006/relationships/slide" Target="slides/slide69.xml"/><Relationship Id="rId78" Type="http://schemas.openxmlformats.org/officeDocument/2006/relationships/slide" Target="slides/slide68.xml"/><Relationship Id="rId71" Type="http://schemas.openxmlformats.org/officeDocument/2006/relationships/slide" Target="slides/slide61.xml"/><Relationship Id="rId70" Type="http://schemas.openxmlformats.org/officeDocument/2006/relationships/slide" Target="slides/slide60.xml"/><Relationship Id="rId132" Type="http://schemas.openxmlformats.org/officeDocument/2006/relationships/font" Target="fonts/NotoSansSymbols-bold.fntdata"/><Relationship Id="rId131" Type="http://schemas.openxmlformats.org/officeDocument/2006/relationships/font" Target="fonts/NotoSansSymbols-regular.fntdata"/><Relationship Id="rId130" Type="http://schemas.openxmlformats.org/officeDocument/2006/relationships/font" Target="fonts/Corbel-boldItalic.fntdata"/><Relationship Id="rId136" Type="http://schemas.openxmlformats.org/officeDocument/2006/relationships/font" Target="fonts/Merriweather-boldItalic.fntdata"/><Relationship Id="rId135" Type="http://schemas.openxmlformats.org/officeDocument/2006/relationships/font" Target="fonts/Merriweather-italic.fntdata"/><Relationship Id="rId134" Type="http://schemas.openxmlformats.org/officeDocument/2006/relationships/font" Target="fonts/Merriweather-bold.fntdata"/><Relationship Id="rId133" Type="http://schemas.openxmlformats.org/officeDocument/2006/relationships/font" Target="fonts/Merriweather-regular.fntdata"/><Relationship Id="rId62" Type="http://schemas.openxmlformats.org/officeDocument/2006/relationships/slide" Target="slides/slide52.xml"/><Relationship Id="rId61" Type="http://schemas.openxmlformats.org/officeDocument/2006/relationships/slide" Target="slides/slide51.xml"/><Relationship Id="rId64" Type="http://schemas.openxmlformats.org/officeDocument/2006/relationships/slide" Target="slides/slide54.xml"/><Relationship Id="rId63" Type="http://schemas.openxmlformats.org/officeDocument/2006/relationships/slide" Target="slides/slide53.xml"/><Relationship Id="rId66" Type="http://schemas.openxmlformats.org/officeDocument/2006/relationships/slide" Target="slides/slide56.xml"/><Relationship Id="rId65" Type="http://schemas.openxmlformats.org/officeDocument/2006/relationships/slide" Target="slides/slide55.xml"/><Relationship Id="rId68" Type="http://schemas.openxmlformats.org/officeDocument/2006/relationships/slide" Target="slides/slide58.xml"/><Relationship Id="rId67" Type="http://schemas.openxmlformats.org/officeDocument/2006/relationships/slide" Target="slides/slide57.xml"/><Relationship Id="rId60" Type="http://schemas.openxmlformats.org/officeDocument/2006/relationships/slide" Target="slides/slide50.xml"/><Relationship Id="rId69" Type="http://schemas.openxmlformats.org/officeDocument/2006/relationships/slide" Target="slides/slide5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55" Type="http://schemas.openxmlformats.org/officeDocument/2006/relationships/slide" Target="slides/slide45.xml"/><Relationship Id="rId54" Type="http://schemas.openxmlformats.org/officeDocument/2006/relationships/slide" Target="slides/slide44.xml"/><Relationship Id="rId57" Type="http://schemas.openxmlformats.org/officeDocument/2006/relationships/slide" Target="slides/slide47.xml"/><Relationship Id="rId56" Type="http://schemas.openxmlformats.org/officeDocument/2006/relationships/slide" Target="slides/slide46.xml"/><Relationship Id="rId59" Type="http://schemas.openxmlformats.org/officeDocument/2006/relationships/slide" Target="slides/slide49.xml"/><Relationship Id="rId58"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s229.stanford.edu/section/cs229-linalg.pdf"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600"/>
              <a:t>Difference between our work is simply that it’s the application of algorithms.</a:t>
            </a:r>
            <a:endParaRPr sz="16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2c3c54cef3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32c3c54cef3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25a39234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325a39234d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be516a5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32be516a59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2ada36951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32ada369514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25a39234d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325a39234dd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e6cb55eec2_0_5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2e6cb55eec2_0_5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73d6eae3e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273d6eae3e5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73d6eae3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273d6eae3e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73d6eae3e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73d6eae3e5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73d6eae3e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273d6eae3e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73d6eae3e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273d6eae3e5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73d6eae3e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273d6eae3e5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73d6eae3e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g273d6eae3e5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73d6eae3e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273d6eae3e5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73d6eae3e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g273d6eae3e5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73d6eae3e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273d6eae3e5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73d6eae3e5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g273d6eae3e5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7ecec039d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g37ecec039d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7aab2e29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37aab2e291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73d6eae3e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g273d6eae3e5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73d6eae3e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273d6eae3e5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e6cb55eec2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g2e6cb55eec2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7ecec039da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g37ecec039da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(1980s-90s, Statistical Approaches), 2010 - Neural Language Models.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Davis Wolfgang Hawke: A notorious, Jewish-born neo-Nazi who became a major player in the spam industry. The book chronicles his rise as a "spam king," particularly in the market for male enhancement pills, which made him a millionaire and the target of lawsuits.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Susan Gunn: A computer novice who becomes a "cyber-vigilante." The book tells her parallel story, as she is drawn into the "spam wars" and her volunteer work puts her on a collision course with spammers like Hawke.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Alan Ralsky's activities as a spammer spanned a significant period, beginning as early as 1996. He was known for his high volume of spam emails, at one point reportedly sending as many as 30 million a day by 2001. After an interview with a newspaper was posted online, leading to his address being shared, and hundreds of people signing him up for mailing lists and free catalogs as a form of retaliation.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be4db2f11e_2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g3be4db2f11e_2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e6cb55eec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g2e6cb55eec2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24bfecb6a7_1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g324bfecb6a7_1_1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7ecec039da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7" name="Google Shape;537;g37ecec039da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24bfecb6a7_1_1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g324bfecb6a7_1_12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24bfecb6a7_1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9" name="Google Shape;559;g324bfecb6a7_1_1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Cost function measures how well our model fit the data</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24bfecb6a7_1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g324bfecb6a7_1_12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24bfecb6a7_1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g324bfecb6a7_1_1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\mathcal{L}_{bce} = \sum_i \textbf{y}_i^T \log \hat{\textbf{y}}_i + (1 - \textbf{y}_i)^T \log (1 - \hat{\textbf{y}_i})</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24bfecb6a7_1_1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g324bfecb6a7_1_1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24bfecb6a7_1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4" name="Google Shape;634;g324bfecb6a7_1_13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24bfecb6a7_1_13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g324bfecb6a7_1_1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24bfecb6a7_1_1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1" name="Google Shape;681;g324bfecb6a7_1_1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24bfecb6a7_1_1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9" name="Google Shape;689;g324bfecb6a7_1_1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24bfecb6a7_1_14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6" name="Google Shape;716;g324bfecb6a7_1_14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24bfecb6a7_1_14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3" name="Google Shape;723;g324bfecb6a7_1_14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24bfecb6a7_1_1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9" name="Google Shape;729;g324bfecb6a7_1_1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24bfecb6a7_1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1" name="Google Shape;761;g324bfecb6a7_1_14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24bfecb6a7_1_14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8" name="Google Shape;768;g324bfecb6a7_1_14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24bfecb6a7_1_14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0" name="Google Shape;780;g324bfecb6a7_1_14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24bfecb6a7_1_14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g324bfecb6a7_1_14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Get stuck with exponent and sigmoid function → try to take the inverse?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2c3c54cef3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7" name="Google Shape;797;g32c3c54cef3_4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24bfecb6a7_1_1490:notes"/>
          <p:cNvSpPr txBox="1"/>
          <p:nvPr>
            <p:ph idx="12" type="sldNum"/>
          </p:nvPr>
        </p:nvSpPr>
        <p:spPr>
          <a:xfrm>
            <a:off x="3884615" y="8685217"/>
            <a:ext cx="2971800" cy="456900"/>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07" name="Google Shape;807;g324bfecb6a7_1_14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8" name="Google Shape;808;g324bfecb6a7_1_1490:notes"/>
          <p:cNvSpPr txBox="1"/>
          <p:nvPr>
            <p:ph idx="1" type="body"/>
          </p:nvPr>
        </p:nvSpPr>
        <p:spPr>
          <a:xfrm>
            <a:off x="914400" y="4343400"/>
            <a:ext cx="5029200" cy="4115100"/>
          </a:xfrm>
          <a:prstGeom prst="rect">
            <a:avLst/>
          </a:prstGeom>
          <a:noFill/>
          <a:ln>
            <a:noFill/>
          </a:ln>
        </p:spPr>
        <p:txBody>
          <a:bodyPr anchorCtr="0" anchor="t" bIns="46550" lIns="93100" spcFirstLastPara="1" rIns="93100" wrap="square" tIns="46550">
            <a:noAutofit/>
          </a:bodyPr>
          <a:lstStyle/>
          <a:p>
            <a:pPr indent="0" lvl="0" marL="0" rtl="0" algn="l">
              <a:lnSpc>
                <a:spcPct val="100000"/>
              </a:lnSpc>
              <a:spcBef>
                <a:spcPts val="0"/>
              </a:spcBef>
              <a:spcAft>
                <a:spcPts val="0"/>
              </a:spcAft>
              <a:buSzPts val="1100"/>
              <a:buNone/>
            </a:pPr>
            <a:r>
              <a:t/>
            </a:r>
            <a:endParaRPr>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24bfecb6a7_1_1501:notes"/>
          <p:cNvSpPr txBox="1"/>
          <p:nvPr>
            <p:ph idx="12" type="sldNum"/>
          </p:nvPr>
        </p:nvSpPr>
        <p:spPr>
          <a:xfrm>
            <a:off x="3884615" y="8685217"/>
            <a:ext cx="2971800" cy="456900"/>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19" name="Google Shape;819;g324bfecb6a7_1_15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0" name="Google Shape;820;g324bfecb6a7_1_1501:notes"/>
          <p:cNvSpPr txBox="1"/>
          <p:nvPr>
            <p:ph idx="1" type="body"/>
          </p:nvPr>
        </p:nvSpPr>
        <p:spPr>
          <a:xfrm>
            <a:off x="914400" y="4343400"/>
            <a:ext cx="5029200" cy="4115100"/>
          </a:xfrm>
          <a:prstGeom prst="rect">
            <a:avLst/>
          </a:prstGeom>
          <a:noFill/>
          <a:ln>
            <a:noFill/>
          </a:ln>
        </p:spPr>
        <p:txBody>
          <a:bodyPr anchorCtr="0" anchor="t" bIns="46550" lIns="93100" spcFirstLastPara="1" rIns="93100" wrap="square" tIns="46550">
            <a:noAutofit/>
          </a:bodyPr>
          <a:lstStyle/>
          <a:p>
            <a:pPr indent="0" lvl="0" marL="0" rtl="0" algn="l">
              <a:lnSpc>
                <a:spcPct val="100000"/>
              </a:lnSpc>
              <a:spcBef>
                <a:spcPts val="0"/>
              </a:spcBef>
              <a:spcAft>
                <a:spcPts val="0"/>
              </a:spcAft>
              <a:buSzPts val="1100"/>
              <a:buNone/>
            </a:pPr>
            <a:r>
              <a:t/>
            </a:r>
            <a:endParaRPr>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24bfecb6a7_1_1514:notes"/>
          <p:cNvSpPr txBox="1"/>
          <p:nvPr>
            <p:ph idx="12" type="sldNum"/>
          </p:nvPr>
        </p:nvSpPr>
        <p:spPr>
          <a:xfrm>
            <a:off x="3884615" y="8685217"/>
            <a:ext cx="2971800" cy="456900"/>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33" name="Google Shape;833;g324bfecb6a7_1_15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4" name="Google Shape;834;g324bfecb6a7_1_1514:notes"/>
          <p:cNvSpPr txBox="1"/>
          <p:nvPr>
            <p:ph idx="1" type="body"/>
          </p:nvPr>
        </p:nvSpPr>
        <p:spPr>
          <a:xfrm>
            <a:off x="914400" y="4343400"/>
            <a:ext cx="5029200" cy="4115100"/>
          </a:xfrm>
          <a:prstGeom prst="rect">
            <a:avLst/>
          </a:prstGeom>
          <a:noFill/>
          <a:ln>
            <a:noFill/>
          </a:ln>
        </p:spPr>
        <p:txBody>
          <a:bodyPr anchorCtr="0" anchor="t" bIns="46550" lIns="93100" spcFirstLastPara="1" rIns="93100" wrap="square" tIns="46550">
            <a:noAutofit/>
          </a:bodyPr>
          <a:lstStyle/>
          <a:p>
            <a:pPr indent="0" lvl="0" marL="0" rtl="0" algn="l">
              <a:lnSpc>
                <a:spcPct val="100000"/>
              </a:lnSpc>
              <a:spcBef>
                <a:spcPts val="0"/>
              </a:spcBef>
              <a:spcAft>
                <a:spcPts val="0"/>
              </a:spcAft>
              <a:buSzPts val="1100"/>
              <a:buNone/>
            </a:pPr>
            <a:r>
              <a:t/>
            </a:r>
            <a:endParaRPr>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24bfecb6a7_1_1529:notes"/>
          <p:cNvSpPr txBox="1"/>
          <p:nvPr>
            <p:ph idx="12" type="sldNum"/>
          </p:nvPr>
        </p:nvSpPr>
        <p:spPr>
          <a:xfrm>
            <a:off x="3884615" y="8685217"/>
            <a:ext cx="2971800" cy="456900"/>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49" name="Google Shape;849;g324bfecb6a7_1_15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0" name="Google Shape;850;g324bfecb6a7_1_1529:notes"/>
          <p:cNvSpPr txBox="1"/>
          <p:nvPr>
            <p:ph idx="1" type="body"/>
          </p:nvPr>
        </p:nvSpPr>
        <p:spPr>
          <a:xfrm>
            <a:off x="914400" y="4343400"/>
            <a:ext cx="5029200" cy="4115100"/>
          </a:xfrm>
          <a:prstGeom prst="rect">
            <a:avLst/>
          </a:prstGeom>
          <a:noFill/>
          <a:ln>
            <a:noFill/>
          </a:ln>
        </p:spPr>
        <p:txBody>
          <a:bodyPr anchorCtr="0" anchor="t" bIns="46550" lIns="93100" spcFirstLastPara="1" rIns="93100" wrap="square" tIns="46550">
            <a:noAutofit/>
          </a:bodyPr>
          <a:lstStyle/>
          <a:p>
            <a:pPr indent="0" lvl="0" marL="0" rtl="0" algn="l">
              <a:lnSpc>
                <a:spcPct val="100000"/>
              </a:lnSpc>
              <a:spcBef>
                <a:spcPts val="0"/>
              </a:spcBef>
              <a:spcAft>
                <a:spcPts val="0"/>
              </a:spcAft>
              <a:buSzPts val="1100"/>
              <a:buNone/>
            </a:pPr>
            <a:r>
              <a:t/>
            </a:r>
            <a:endParaRPr>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24bfecb6a7_1_1546:notes"/>
          <p:cNvSpPr txBox="1"/>
          <p:nvPr>
            <p:ph idx="12" type="sldNum"/>
          </p:nvPr>
        </p:nvSpPr>
        <p:spPr>
          <a:xfrm>
            <a:off x="3884615" y="8685217"/>
            <a:ext cx="2971800" cy="456900"/>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67" name="Google Shape;867;g324bfecb6a7_1_15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8" name="Google Shape;868;g324bfecb6a7_1_1546:notes"/>
          <p:cNvSpPr txBox="1"/>
          <p:nvPr>
            <p:ph idx="1" type="body"/>
          </p:nvPr>
        </p:nvSpPr>
        <p:spPr>
          <a:xfrm>
            <a:off x="914400" y="4343400"/>
            <a:ext cx="5029200" cy="4115100"/>
          </a:xfrm>
          <a:prstGeom prst="rect">
            <a:avLst/>
          </a:prstGeom>
          <a:noFill/>
          <a:ln>
            <a:noFill/>
          </a:ln>
        </p:spPr>
        <p:txBody>
          <a:bodyPr anchorCtr="0" anchor="t" bIns="46550" lIns="93100" spcFirstLastPara="1" rIns="93100" wrap="square" tIns="46550">
            <a:noAutofit/>
          </a:bodyPr>
          <a:lstStyle/>
          <a:p>
            <a:pPr indent="0" lvl="0" marL="0" rtl="0" algn="l">
              <a:lnSpc>
                <a:spcPct val="100000"/>
              </a:lnSpc>
              <a:spcBef>
                <a:spcPts val="0"/>
              </a:spcBef>
              <a:spcAft>
                <a:spcPts val="0"/>
              </a:spcAft>
              <a:buSzPts val="1100"/>
              <a:buNone/>
            </a:pPr>
            <a:r>
              <a:t/>
            </a:r>
            <a:endParaRPr>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24bfecb6a7_1_1565:notes"/>
          <p:cNvSpPr txBox="1"/>
          <p:nvPr>
            <p:ph idx="12" type="sldNum"/>
          </p:nvPr>
        </p:nvSpPr>
        <p:spPr>
          <a:xfrm>
            <a:off x="3884615" y="8685217"/>
            <a:ext cx="2971800" cy="456900"/>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87" name="Google Shape;887;g324bfecb6a7_1_15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8" name="Google Shape;888;g324bfecb6a7_1_1565:notes"/>
          <p:cNvSpPr txBox="1"/>
          <p:nvPr>
            <p:ph idx="1" type="body"/>
          </p:nvPr>
        </p:nvSpPr>
        <p:spPr>
          <a:xfrm>
            <a:off x="914400" y="4343400"/>
            <a:ext cx="5029200" cy="4115100"/>
          </a:xfrm>
          <a:prstGeom prst="rect">
            <a:avLst/>
          </a:prstGeom>
          <a:noFill/>
          <a:ln>
            <a:noFill/>
          </a:ln>
        </p:spPr>
        <p:txBody>
          <a:bodyPr anchorCtr="0" anchor="t" bIns="46550" lIns="93100" spcFirstLastPara="1" rIns="93100" wrap="square" tIns="46550">
            <a:noAutofit/>
          </a:bodyPr>
          <a:lstStyle/>
          <a:p>
            <a:pPr indent="0" lvl="0" marL="0" rtl="0" algn="l">
              <a:lnSpc>
                <a:spcPct val="100000"/>
              </a:lnSpc>
              <a:spcBef>
                <a:spcPts val="0"/>
              </a:spcBef>
              <a:spcAft>
                <a:spcPts val="0"/>
              </a:spcAft>
              <a:buSzPts val="1100"/>
              <a:buNone/>
            </a:pPr>
            <a:r>
              <a:t/>
            </a:r>
            <a:endParaRPr>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2c3c54cef3_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1" name="Google Shape;911;g32c3c54cef3_4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324bfecb6a7_1_15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1" name="Google Shape;921;g324bfecb6a7_1_15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24bfecb6a7_1_16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5" name="Google Shape;955;g324bfecb6a7_1_16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24bfecb6a7_1_1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1" name="Google Shape;961;g324bfecb6a7_1_16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https://towardsdatascience.com/batch-mini-batch-stochastic-gradient-descent-7a62ecba642a</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24bfecb6a7_1_1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7" name="Google Shape;967;g324bfecb6a7_1_1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24bfecb6a7_1_16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2" name="Google Shape;982;g324bfecb6a7_1_16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24bfecb6a7_1_16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0" name="Google Shape;1020;g324bfecb6a7_1_16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24bfecb6a7_1_17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6" name="Google Shape;1046;g324bfecb6a7_1_17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24bfecb6a7_1_17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3" name="Google Shape;1083;g324bfecb6a7_1_17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e6cb55eec2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6" name="Google Shape;1116;g2e6cb55eec2_0_5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e6cb55eec2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3" name="Google Shape;1123;g2e6cb55eec2_0_5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2e6cb55eec2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9" name="Google Shape;1129;g2e6cb55eec2_0_5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2e6cb55eec2_0_2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5" name="Google Shape;1135;g2e6cb55eec2_0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https://cs229.stanford.edu/section/cs229-linalg.pdf</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
              <a:t>\begin{matrix} </a:t>
            </a:r>
            <a:endParaRPr/>
          </a:p>
          <a:p>
            <a:pPr indent="0" lvl="0" marL="0" rtl="0" algn="l">
              <a:lnSpc>
                <a:spcPct val="100000"/>
              </a:lnSpc>
              <a:spcBef>
                <a:spcPts val="0"/>
              </a:spcBef>
              <a:spcAft>
                <a:spcPts val="0"/>
              </a:spcAft>
              <a:buClr>
                <a:schemeClr val="dk1"/>
              </a:buClr>
              <a:buSzPts val="1100"/>
              <a:buFont typeface="Arial"/>
              <a:buNone/>
            </a:pPr>
            <a:r>
              <a:rPr lang="en"/>
              <a:t>4x_1 &amp; - &amp; 5 x_2 &amp; = &amp; -13 \\</a:t>
            </a:r>
            <a:endParaRPr/>
          </a:p>
          <a:p>
            <a:pPr indent="0" lvl="0" marL="0" rtl="0" algn="l">
              <a:lnSpc>
                <a:spcPct val="100000"/>
              </a:lnSpc>
              <a:spcBef>
                <a:spcPts val="0"/>
              </a:spcBef>
              <a:spcAft>
                <a:spcPts val="0"/>
              </a:spcAft>
              <a:buClr>
                <a:schemeClr val="dk1"/>
              </a:buClr>
              <a:buSzPts val="1100"/>
              <a:buFont typeface="Arial"/>
              <a:buNone/>
            </a:pPr>
            <a:r>
              <a:rPr lang="en"/>
              <a:t>-2x_1 &amp; + &amp; 3 x_2 &amp; = &amp; 9</a:t>
            </a:r>
            <a:endParaRPr/>
          </a:p>
          <a:p>
            <a:pPr indent="0" lvl="0" marL="0" rtl="0" algn="l">
              <a:lnSpc>
                <a:spcPct val="100000"/>
              </a:lnSpc>
              <a:spcBef>
                <a:spcPts val="0"/>
              </a:spcBef>
              <a:spcAft>
                <a:spcPts val="0"/>
              </a:spcAft>
              <a:buSzPts val="1100"/>
              <a:buNone/>
            </a:pPr>
            <a:r>
              <a:rPr lang="en"/>
              <a:t>\end{matrix}</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A\textbf{x} = \textbf{b}</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 = \begin{pmatrix} 4 &amp; -5 \\ -2 &amp; 3 \end{pmatrix}</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e6cb55eec2_0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4" name="Google Shape;1144;g2e6cb55eec2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2e6cb55eec2_0_3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1" name="Google Shape;1151;g2e6cb55eec2_0_3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 \begin{pmatrix} A_{11} &amp; A_{12} &amp;\cdots &amp; A_{1d} \\ A_{21} &amp; A_{22} &amp; \cdots &amp; A_{2d} \\</a:t>
            </a:r>
            <a:endParaRPr/>
          </a:p>
          <a:p>
            <a:pPr indent="0" lvl="0" marL="0" rtl="0" algn="l">
              <a:lnSpc>
                <a:spcPct val="100000"/>
              </a:lnSpc>
              <a:spcBef>
                <a:spcPts val="0"/>
              </a:spcBef>
              <a:spcAft>
                <a:spcPts val="0"/>
              </a:spcAft>
              <a:buSzPts val="1100"/>
              <a:buNone/>
            </a:pPr>
            <a:r>
              <a:rPr lang="en"/>
              <a:t>\vdots &amp; \vdots &amp; \vdots &amp; \vdots \\</a:t>
            </a:r>
            <a:endParaRPr/>
          </a:p>
          <a:p>
            <a:pPr indent="0" lvl="0" marL="0" rtl="0" algn="l">
              <a:lnSpc>
                <a:spcPct val="100000"/>
              </a:lnSpc>
              <a:spcBef>
                <a:spcPts val="0"/>
              </a:spcBef>
              <a:spcAft>
                <a:spcPts val="0"/>
              </a:spcAft>
              <a:buSzPts val="1100"/>
              <a:buNone/>
            </a:pPr>
            <a:r>
              <a:rPr lang="en"/>
              <a:t>A_{n1} &amp; A_{n2} &amp; \cdots &amp; A_{nd}</a:t>
            </a:r>
            <a:endParaRPr/>
          </a:p>
          <a:p>
            <a:pPr indent="0" lvl="0" marL="0" rtl="0" algn="l">
              <a:lnSpc>
                <a:spcPct val="100000"/>
              </a:lnSpc>
              <a:spcBef>
                <a:spcPts val="0"/>
              </a:spcBef>
              <a:spcAft>
                <a:spcPts val="0"/>
              </a:spcAft>
              <a:buSzPts val="1100"/>
              <a:buNone/>
            </a:pPr>
            <a:r>
              <a:rPr lang="en"/>
              <a:t>\end{pmatrix}</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2e6cb55eec2_0_3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8" name="Google Shape;1158;g2e6cb55eec2_0_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2e6cb55eec2_0_3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5" name="Google Shape;1165;g2e6cb55eec2_0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A^T = \begin{pmatrix} A_{11} &amp; A_{12} &amp;\cdots &amp; A_{1m} \\ A_{21} &amp; A_{22} &amp; \cdots &amp; A_{2m} \\</a:t>
            </a:r>
            <a:endParaRPr/>
          </a:p>
          <a:p>
            <a:pPr indent="0" lvl="0" marL="0" rtl="0" algn="l">
              <a:lnSpc>
                <a:spcPct val="100000"/>
              </a:lnSpc>
              <a:spcBef>
                <a:spcPts val="0"/>
              </a:spcBef>
              <a:spcAft>
                <a:spcPts val="0"/>
              </a:spcAft>
              <a:buSzPts val="1100"/>
              <a:buNone/>
            </a:pPr>
            <a:r>
              <a:rPr lang="en"/>
              <a:t>\vdots &amp; \vdots &amp; \vdots &amp; \vdots \\</a:t>
            </a:r>
            <a:endParaRPr/>
          </a:p>
          <a:p>
            <a:pPr indent="0" lvl="0" marL="0" rtl="0" algn="l">
              <a:lnSpc>
                <a:spcPct val="100000"/>
              </a:lnSpc>
              <a:spcBef>
                <a:spcPts val="0"/>
              </a:spcBef>
              <a:spcAft>
                <a:spcPts val="0"/>
              </a:spcAft>
              <a:buSzPts val="1100"/>
              <a:buNone/>
            </a:pPr>
            <a:r>
              <a:rPr lang="en"/>
              <a:t>A_{n1} &amp; A_{n2} &amp; \cdots &amp; A_{nm}</a:t>
            </a:r>
            <a:endParaRPr/>
          </a:p>
          <a:p>
            <a:pPr indent="0" lvl="0" marL="0" rtl="0" algn="l">
              <a:lnSpc>
                <a:spcPct val="100000"/>
              </a:lnSpc>
              <a:spcBef>
                <a:spcPts val="0"/>
              </a:spcBef>
              <a:spcAft>
                <a:spcPts val="0"/>
              </a:spcAft>
              <a:buSzPts val="1100"/>
              <a:buNone/>
            </a:pPr>
            <a:r>
              <a:rPr lang="en"/>
              <a:t>\end{pmatrix}^T = </a:t>
            </a:r>
            <a:endParaRPr/>
          </a:p>
          <a:p>
            <a:pPr indent="0" lvl="0" marL="0" rtl="0" algn="l">
              <a:lnSpc>
                <a:spcPct val="100000"/>
              </a:lnSpc>
              <a:spcBef>
                <a:spcPts val="0"/>
              </a:spcBef>
              <a:spcAft>
                <a:spcPts val="0"/>
              </a:spcAft>
              <a:buSzPts val="1100"/>
              <a:buNone/>
            </a:pPr>
            <a:r>
              <a:rPr lang="en"/>
              <a:t>\begin{pmatrix} A_{11} &amp; A_{21} &amp;\cdots &amp; A_{n1} \\ A_{12} &amp; A_{22} &amp; \cdots &amp; A_{n2} \\</a:t>
            </a:r>
            <a:endParaRPr/>
          </a:p>
          <a:p>
            <a:pPr indent="0" lvl="0" marL="0" rtl="0" algn="l">
              <a:lnSpc>
                <a:spcPct val="100000"/>
              </a:lnSpc>
              <a:spcBef>
                <a:spcPts val="0"/>
              </a:spcBef>
              <a:spcAft>
                <a:spcPts val="0"/>
              </a:spcAft>
              <a:buSzPts val="1100"/>
              <a:buNone/>
            </a:pPr>
            <a:r>
              <a:rPr lang="en"/>
              <a:t>\vdots &amp; \vdots &amp; \vdots &amp; \vdots \\</a:t>
            </a:r>
            <a:endParaRPr/>
          </a:p>
          <a:p>
            <a:pPr indent="0" lvl="0" marL="0" rtl="0" algn="l">
              <a:lnSpc>
                <a:spcPct val="100000"/>
              </a:lnSpc>
              <a:spcBef>
                <a:spcPts val="0"/>
              </a:spcBef>
              <a:spcAft>
                <a:spcPts val="0"/>
              </a:spcAft>
              <a:buSzPts val="1100"/>
              <a:buNone/>
            </a:pPr>
            <a:r>
              <a:rPr lang="en"/>
              <a:t>A_{1m} &amp; A_{2m} &amp; \cdots &amp; A_{nm}</a:t>
            </a:r>
            <a:endParaRPr/>
          </a:p>
          <a:p>
            <a:pPr indent="0" lvl="0" marL="0" rtl="0" algn="l">
              <a:lnSpc>
                <a:spcPct val="100000"/>
              </a:lnSpc>
              <a:spcBef>
                <a:spcPts val="0"/>
              </a:spcBef>
              <a:spcAft>
                <a:spcPts val="0"/>
              </a:spcAft>
              <a:buSzPts val="1100"/>
              <a:buNone/>
            </a:pPr>
            <a:r>
              <a:rPr lang="en"/>
              <a:t>\end{pmatrix}</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2e6cb55eec2_0_3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2" name="Google Shape;1172;g2e6cb55eec2_0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\textbf{x}\cdot\textbf{y} = \textbf{x}^T\textbf{y} = \begin{pmatrix} x_1 &amp; x_2 &amp; \cdots &amp; x_n \end{pmatrix} \begin{pmatrix} y_1 \\ y_2 \\ \vdots \\ y_n \end{pmatrix}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2e6cb55eec2_0_3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0" name="Google Shape;1180;g2e6cb55eec2_0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2e6cb55eec2_0_3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8" name="Google Shape;1188;g2e6cb55eec2_0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\textbf{y} = A \textbf{x} = </a:t>
            </a:r>
            <a:endParaRPr/>
          </a:p>
          <a:p>
            <a:pPr indent="0" lvl="0" marL="0" rtl="0" algn="l">
              <a:lnSpc>
                <a:spcPct val="100000"/>
              </a:lnSpc>
              <a:spcBef>
                <a:spcPts val="0"/>
              </a:spcBef>
              <a:spcAft>
                <a:spcPts val="0"/>
              </a:spcAft>
              <a:buClr>
                <a:schemeClr val="dk1"/>
              </a:buClr>
              <a:buSzPts val="1100"/>
              <a:buFont typeface="Arial"/>
              <a:buNone/>
            </a:pPr>
            <a:r>
              <a:rPr lang="en"/>
              <a:t>\begin{pmatrix} </a:t>
            </a:r>
            <a:endParaRPr/>
          </a:p>
          <a:p>
            <a:pPr indent="0" lvl="0" marL="0" rtl="0" algn="l">
              <a:lnSpc>
                <a:spcPct val="100000"/>
              </a:lnSpc>
              <a:spcBef>
                <a:spcPts val="0"/>
              </a:spcBef>
              <a:spcAft>
                <a:spcPts val="0"/>
              </a:spcAft>
              <a:buClr>
                <a:schemeClr val="dk1"/>
              </a:buClr>
              <a:buSzPts val="1100"/>
              <a:buFont typeface="Arial"/>
              <a:buNone/>
            </a:pPr>
            <a:r>
              <a:rPr lang="en"/>
              <a:t>\text{---} &amp; \textbf{a}^T_1 &amp; \text{---} \\</a:t>
            </a:r>
            <a:endParaRPr/>
          </a:p>
          <a:p>
            <a:pPr indent="0" lvl="0" marL="0" rtl="0" algn="l">
              <a:lnSpc>
                <a:spcPct val="100000"/>
              </a:lnSpc>
              <a:spcBef>
                <a:spcPts val="0"/>
              </a:spcBef>
              <a:spcAft>
                <a:spcPts val="0"/>
              </a:spcAft>
              <a:buClr>
                <a:schemeClr val="dk1"/>
              </a:buClr>
              <a:buSzPts val="1100"/>
              <a:buFont typeface="Arial"/>
              <a:buNone/>
            </a:pPr>
            <a:r>
              <a:rPr lang="en"/>
              <a:t>\text{---} &amp; \textbf{a}^T_2 &amp; \text{---} \\</a:t>
            </a:r>
            <a:endParaRPr/>
          </a:p>
          <a:p>
            <a:pPr indent="0" lvl="0" marL="0" rtl="0" algn="l">
              <a:lnSpc>
                <a:spcPct val="100000"/>
              </a:lnSpc>
              <a:spcBef>
                <a:spcPts val="0"/>
              </a:spcBef>
              <a:spcAft>
                <a:spcPts val="0"/>
              </a:spcAft>
              <a:buClr>
                <a:schemeClr val="dk1"/>
              </a:buClr>
              <a:buSzPts val="1100"/>
              <a:buFont typeface="Arial"/>
              <a:buNone/>
            </a:pPr>
            <a:r>
              <a:rPr lang="en"/>
              <a:t>\vdots \\</a:t>
            </a:r>
            <a:endParaRPr/>
          </a:p>
          <a:p>
            <a:pPr indent="0" lvl="0" marL="0" rtl="0" algn="l">
              <a:lnSpc>
                <a:spcPct val="100000"/>
              </a:lnSpc>
              <a:spcBef>
                <a:spcPts val="0"/>
              </a:spcBef>
              <a:spcAft>
                <a:spcPts val="0"/>
              </a:spcAft>
              <a:buClr>
                <a:schemeClr val="dk1"/>
              </a:buClr>
              <a:buSzPts val="1100"/>
              <a:buFont typeface="Arial"/>
              <a:buNone/>
            </a:pPr>
            <a:r>
              <a:rPr lang="en"/>
              <a:t>\text{---} &amp; \textbf{a}^T_n &amp; \text{---} \\</a:t>
            </a:r>
            <a:endParaRPr/>
          </a:p>
          <a:p>
            <a:pPr indent="0" lvl="0" marL="0" rtl="0" algn="l">
              <a:lnSpc>
                <a:spcPct val="100000"/>
              </a:lnSpc>
              <a:spcBef>
                <a:spcPts val="0"/>
              </a:spcBef>
              <a:spcAft>
                <a:spcPts val="0"/>
              </a:spcAft>
              <a:buClr>
                <a:schemeClr val="dk1"/>
              </a:buClr>
              <a:buSzPts val="1100"/>
              <a:buFont typeface="Arial"/>
              <a:buNone/>
            </a:pPr>
            <a:r>
              <a:rPr lang="en"/>
              <a:t>\end{pmatrix}</a:t>
            </a:r>
            <a:endParaRPr/>
          </a:p>
          <a:p>
            <a:pPr indent="0" lvl="0" marL="0" rtl="0" algn="l">
              <a:lnSpc>
                <a:spcPct val="100000"/>
              </a:lnSpc>
              <a:spcBef>
                <a:spcPts val="0"/>
              </a:spcBef>
              <a:spcAft>
                <a:spcPts val="0"/>
              </a:spcAft>
              <a:buClr>
                <a:schemeClr val="dk1"/>
              </a:buClr>
              <a:buSzPts val="1100"/>
              <a:buFont typeface="Arial"/>
              <a:buNone/>
            </a:pPr>
            <a:r>
              <a:rPr lang="en"/>
              <a:t>\textbf{x} = </a:t>
            </a:r>
            <a:endParaRPr/>
          </a:p>
          <a:p>
            <a:pPr indent="0" lvl="0" marL="0" rtl="0" algn="l">
              <a:lnSpc>
                <a:spcPct val="100000"/>
              </a:lnSpc>
              <a:spcBef>
                <a:spcPts val="0"/>
              </a:spcBef>
              <a:spcAft>
                <a:spcPts val="0"/>
              </a:spcAft>
              <a:buClr>
                <a:schemeClr val="dk1"/>
              </a:buClr>
              <a:buSzPts val="1100"/>
              <a:buFont typeface="Arial"/>
              <a:buNone/>
            </a:pPr>
            <a:r>
              <a:rPr lang="en"/>
              <a:t>\begin{pmatrix} </a:t>
            </a:r>
            <a:endParaRPr/>
          </a:p>
          <a:p>
            <a:pPr indent="0" lvl="0" marL="0" rtl="0" algn="l">
              <a:lnSpc>
                <a:spcPct val="100000"/>
              </a:lnSpc>
              <a:spcBef>
                <a:spcPts val="0"/>
              </a:spcBef>
              <a:spcAft>
                <a:spcPts val="0"/>
              </a:spcAft>
              <a:buClr>
                <a:schemeClr val="dk1"/>
              </a:buClr>
              <a:buSzPts val="1100"/>
              <a:buFont typeface="Arial"/>
              <a:buNone/>
            </a:pPr>
            <a:r>
              <a:rPr lang="en"/>
              <a:t>\textbf{a}_1^T\textbf{x} \\</a:t>
            </a:r>
            <a:endParaRPr/>
          </a:p>
          <a:p>
            <a:pPr indent="0" lvl="0" marL="0" rtl="0" algn="l">
              <a:lnSpc>
                <a:spcPct val="100000"/>
              </a:lnSpc>
              <a:spcBef>
                <a:spcPts val="0"/>
              </a:spcBef>
              <a:spcAft>
                <a:spcPts val="0"/>
              </a:spcAft>
              <a:buClr>
                <a:schemeClr val="dk1"/>
              </a:buClr>
              <a:buSzPts val="1100"/>
              <a:buFont typeface="Arial"/>
              <a:buNone/>
            </a:pPr>
            <a:r>
              <a:rPr lang="en"/>
              <a:t>\textbf{a}_2^T\textbf{x} \\</a:t>
            </a:r>
            <a:endParaRPr/>
          </a:p>
          <a:p>
            <a:pPr indent="0" lvl="0" marL="0" rtl="0" algn="l">
              <a:lnSpc>
                <a:spcPct val="100000"/>
              </a:lnSpc>
              <a:spcBef>
                <a:spcPts val="0"/>
              </a:spcBef>
              <a:spcAft>
                <a:spcPts val="0"/>
              </a:spcAft>
              <a:buClr>
                <a:schemeClr val="dk1"/>
              </a:buClr>
              <a:buSzPts val="1100"/>
              <a:buFont typeface="Arial"/>
              <a:buNone/>
            </a:pPr>
            <a:r>
              <a:rPr lang="en"/>
              <a:t>\vdots \\</a:t>
            </a:r>
            <a:endParaRPr/>
          </a:p>
          <a:p>
            <a:pPr indent="0" lvl="0" marL="0" rtl="0" algn="l">
              <a:lnSpc>
                <a:spcPct val="100000"/>
              </a:lnSpc>
              <a:spcBef>
                <a:spcPts val="0"/>
              </a:spcBef>
              <a:spcAft>
                <a:spcPts val="0"/>
              </a:spcAft>
              <a:buClr>
                <a:schemeClr val="dk1"/>
              </a:buClr>
              <a:buSzPts val="1100"/>
              <a:buFont typeface="Arial"/>
              <a:buNone/>
            </a:pPr>
            <a:r>
              <a:rPr lang="en"/>
              <a:t>\textbf{a}_n^T\textbf{x}</a:t>
            </a:r>
            <a:endParaRPr/>
          </a:p>
          <a:p>
            <a:pPr indent="0" lvl="0" marL="0" rtl="0" algn="l">
              <a:lnSpc>
                <a:spcPct val="100000"/>
              </a:lnSpc>
              <a:spcBef>
                <a:spcPts val="0"/>
              </a:spcBef>
              <a:spcAft>
                <a:spcPts val="0"/>
              </a:spcAft>
              <a:buClr>
                <a:schemeClr val="dk1"/>
              </a:buClr>
              <a:buSzPts val="1100"/>
              <a:buFont typeface="Arial"/>
              <a:buNone/>
            </a:pPr>
            <a:r>
              <a:rPr lang="en"/>
              <a:t>\end{pmatrix}</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
              <a:t>\textbf{y} = A \textbf{x} =</a:t>
            </a:r>
            <a:endParaRPr/>
          </a:p>
          <a:p>
            <a:pPr indent="0" lvl="0" marL="0" rtl="0" algn="l">
              <a:lnSpc>
                <a:spcPct val="100000"/>
              </a:lnSpc>
              <a:spcBef>
                <a:spcPts val="0"/>
              </a:spcBef>
              <a:spcAft>
                <a:spcPts val="0"/>
              </a:spcAft>
              <a:buClr>
                <a:schemeClr val="dk1"/>
              </a:buClr>
              <a:buSzPts val="1100"/>
              <a:buFont typeface="Arial"/>
              <a:buNone/>
            </a:pPr>
            <a:r>
              <a:rPr lang="en"/>
              <a:t>\begin{pmatrix} </a:t>
            </a:r>
            <a:endParaRPr/>
          </a:p>
          <a:p>
            <a:pPr indent="0" lvl="0" marL="0" rtl="0" algn="l">
              <a:lnSpc>
                <a:spcPct val="100000"/>
              </a:lnSpc>
              <a:spcBef>
                <a:spcPts val="0"/>
              </a:spcBef>
              <a:spcAft>
                <a:spcPts val="0"/>
              </a:spcAft>
              <a:buClr>
                <a:schemeClr val="dk1"/>
              </a:buClr>
              <a:buSzPts val="1100"/>
              <a:buFont typeface="Arial"/>
              <a:buNone/>
            </a:pPr>
            <a:r>
              <a:rPr lang="en"/>
              <a:t>\vert &amp; \vert &amp; &amp; \vert \\</a:t>
            </a:r>
            <a:endParaRPr/>
          </a:p>
          <a:p>
            <a:pPr indent="0" lvl="0" marL="0" rtl="0" algn="l">
              <a:lnSpc>
                <a:spcPct val="100000"/>
              </a:lnSpc>
              <a:spcBef>
                <a:spcPts val="0"/>
              </a:spcBef>
              <a:spcAft>
                <a:spcPts val="0"/>
              </a:spcAft>
              <a:buClr>
                <a:schemeClr val="dk1"/>
              </a:buClr>
              <a:buSzPts val="1100"/>
              <a:buFont typeface="Arial"/>
              <a:buNone/>
            </a:pPr>
            <a:r>
              <a:rPr lang="en"/>
              <a:t>\textbf{a}_1 &amp; \textbf{a}_2 &amp;  \cdots &amp; \textbf{a}_n \\</a:t>
            </a:r>
            <a:endParaRPr/>
          </a:p>
          <a:p>
            <a:pPr indent="0" lvl="0" marL="0" rtl="0" algn="l">
              <a:lnSpc>
                <a:spcPct val="100000"/>
              </a:lnSpc>
              <a:spcBef>
                <a:spcPts val="0"/>
              </a:spcBef>
              <a:spcAft>
                <a:spcPts val="0"/>
              </a:spcAft>
              <a:buClr>
                <a:schemeClr val="dk1"/>
              </a:buClr>
              <a:buSzPts val="1100"/>
              <a:buFont typeface="Arial"/>
              <a:buNone/>
            </a:pPr>
            <a:r>
              <a:rPr lang="en"/>
              <a:t>\vert &amp; \vert &amp; &amp; \vert</a:t>
            </a:r>
            <a:endParaRPr/>
          </a:p>
          <a:p>
            <a:pPr indent="0" lvl="0" marL="0" rtl="0" algn="l">
              <a:lnSpc>
                <a:spcPct val="100000"/>
              </a:lnSpc>
              <a:spcBef>
                <a:spcPts val="0"/>
              </a:spcBef>
              <a:spcAft>
                <a:spcPts val="0"/>
              </a:spcAft>
              <a:buClr>
                <a:schemeClr val="dk1"/>
              </a:buClr>
              <a:buSzPts val="1100"/>
              <a:buFont typeface="Arial"/>
              <a:buNone/>
            </a:pPr>
            <a:r>
              <a:rPr lang="en"/>
              <a:t>\end{pmatrix}</a:t>
            </a:r>
            <a:endParaRPr/>
          </a:p>
          <a:p>
            <a:pPr indent="0" lvl="0" marL="0" rtl="0" algn="l">
              <a:lnSpc>
                <a:spcPct val="100000"/>
              </a:lnSpc>
              <a:spcBef>
                <a:spcPts val="0"/>
              </a:spcBef>
              <a:spcAft>
                <a:spcPts val="0"/>
              </a:spcAft>
              <a:buClr>
                <a:schemeClr val="dk1"/>
              </a:buClr>
              <a:buSzPts val="1100"/>
              <a:buFont typeface="Arial"/>
              <a:buNone/>
            </a:pPr>
            <a:r>
              <a:rPr lang="en"/>
              <a:t>\begin{pmatrix} x_1 \\ x_2 \\ \vdots \\ x_n \end{pmatrix}</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\begin{pmatrix} \vert \\ \textbf{a}_1 \\ \vert  \end{pmatrix} x_1 + \begin{pmatrix} \vert \\ \textbf{a}_2 \\ \vert  \end{pmatrix} x_2 + \cdots  \begin{pmatrix} \vert \\ \textbf{a}_n \\ \vert  \end{pmatrix} x_n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2e6cb55eec2_0_3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7" name="Google Shape;1197;g2e6cb55eec2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\begin{matrix}</a:t>
            </a:r>
            <a:endParaRPr/>
          </a:p>
          <a:p>
            <a:pPr indent="0" lvl="0" marL="0" rtl="0" algn="l">
              <a:lnSpc>
                <a:spcPct val="100000"/>
              </a:lnSpc>
              <a:spcBef>
                <a:spcPts val="0"/>
              </a:spcBef>
              <a:spcAft>
                <a:spcPts val="0"/>
              </a:spcAft>
              <a:buClr>
                <a:schemeClr val="dk1"/>
              </a:buClr>
              <a:buSzPts val="1100"/>
              <a:buFont typeface="Arial"/>
              <a:buNone/>
            </a:pPr>
            <a:r>
              <a:rPr lang="en"/>
              <a:t>\textbf{y}^T &amp;=&amp; \textbf{x}^T A \\</a:t>
            </a:r>
            <a:endParaRPr/>
          </a:p>
          <a:p>
            <a:pPr indent="0" lvl="0" marL="0" rtl="0" algn="l">
              <a:lnSpc>
                <a:spcPct val="100000"/>
              </a:lnSpc>
              <a:spcBef>
                <a:spcPts val="0"/>
              </a:spcBef>
              <a:spcAft>
                <a:spcPts val="0"/>
              </a:spcAft>
              <a:buClr>
                <a:schemeClr val="dk1"/>
              </a:buClr>
              <a:buSzPts val="1100"/>
              <a:buFont typeface="Arial"/>
              <a:buNone/>
            </a:pPr>
            <a:r>
              <a:rPr lang="en"/>
              <a:t>                   &amp;=&amp; \begin{pmatrix} </a:t>
            </a:r>
            <a:endParaRPr/>
          </a:p>
          <a:p>
            <a:pPr indent="0" lvl="0" marL="0" rtl="0" algn="l">
              <a:lnSpc>
                <a:spcPct val="100000"/>
              </a:lnSpc>
              <a:spcBef>
                <a:spcPts val="0"/>
              </a:spcBef>
              <a:spcAft>
                <a:spcPts val="0"/>
              </a:spcAft>
              <a:buClr>
                <a:schemeClr val="dk1"/>
              </a:buClr>
              <a:buSzPts val="1100"/>
              <a:buFont typeface="Arial"/>
              <a:buNone/>
            </a:pPr>
            <a:r>
              <a:rPr lang="en"/>
              <a:t>x_1 &amp; x_2 &amp; \cdots x_n</a:t>
            </a:r>
            <a:endParaRPr/>
          </a:p>
          <a:p>
            <a:pPr indent="0" lvl="0" marL="0" rtl="0" algn="l">
              <a:lnSpc>
                <a:spcPct val="100000"/>
              </a:lnSpc>
              <a:spcBef>
                <a:spcPts val="0"/>
              </a:spcBef>
              <a:spcAft>
                <a:spcPts val="0"/>
              </a:spcAft>
              <a:buClr>
                <a:schemeClr val="dk1"/>
              </a:buClr>
              <a:buSzPts val="1100"/>
              <a:buFont typeface="Arial"/>
              <a:buNone/>
            </a:pPr>
            <a:r>
              <a:rPr lang="en"/>
              <a:t>                           \end{pmatrix}</a:t>
            </a:r>
            <a:endParaRPr/>
          </a:p>
          <a:p>
            <a:pPr indent="0" lvl="0" marL="0" rtl="0" algn="l">
              <a:lnSpc>
                <a:spcPct val="100000"/>
              </a:lnSpc>
              <a:spcBef>
                <a:spcPts val="0"/>
              </a:spcBef>
              <a:spcAft>
                <a:spcPts val="0"/>
              </a:spcAft>
              <a:buClr>
                <a:schemeClr val="dk1"/>
              </a:buClr>
              <a:buSzPts val="1100"/>
              <a:buFont typeface="Arial"/>
              <a:buNone/>
            </a:pPr>
            <a:r>
              <a:rPr lang="en"/>
              <a:t>\begin{pmatrix}</a:t>
            </a:r>
            <a:endParaRPr/>
          </a:p>
          <a:p>
            <a:pPr indent="0" lvl="0" marL="0" rtl="0" algn="l">
              <a:lnSpc>
                <a:spcPct val="100000"/>
              </a:lnSpc>
              <a:spcBef>
                <a:spcPts val="0"/>
              </a:spcBef>
              <a:spcAft>
                <a:spcPts val="0"/>
              </a:spcAft>
              <a:buClr>
                <a:schemeClr val="dk1"/>
              </a:buClr>
              <a:buSzPts val="1100"/>
              <a:buFont typeface="Arial"/>
              <a:buNone/>
            </a:pPr>
            <a:r>
              <a:rPr lang="en"/>
              <a:t>\text{---} &amp; \textbf{a}_1^T &amp; \text{---} \\</a:t>
            </a:r>
            <a:endParaRPr/>
          </a:p>
          <a:p>
            <a:pPr indent="0" lvl="0" marL="0" rtl="0" algn="l">
              <a:lnSpc>
                <a:spcPct val="100000"/>
              </a:lnSpc>
              <a:spcBef>
                <a:spcPts val="0"/>
              </a:spcBef>
              <a:spcAft>
                <a:spcPts val="0"/>
              </a:spcAft>
              <a:buClr>
                <a:schemeClr val="dk1"/>
              </a:buClr>
              <a:buSzPts val="1100"/>
              <a:buFont typeface="Arial"/>
              <a:buNone/>
            </a:pPr>
            <a:r>
              <a:rPr lang="en"/>
              <a:t>\text{---} &amp; \textbf{a}_2^T &amp; \text{---} \\</a:t>
            </a:r>
            <a:endParaRPr/>
          </a:p>
          <a:p>
            <a:pPr indent="0" lvl="0" marL="0" rtl="0" algn="l">
              <a:lnSpc>
                <a:spcPct val="100000"/>
              </a:lnSpc>
              <a:spcBef>
                <a:spcPts val="0"/>
              </a:spcBef>
              <a:spcAft>
                <a:spcPts val="0"/>
              </a:spcAft>
              <a:buClr>
                <a:schemeClr val="dk1"/>
              </a:buClr>
              <a:buSzPts val="1100"/>
              <a:buFont typeface="Arial"/>
              <a:buNone/>
            </a:pPr>
            <a:r>
              <a:rPr lang="en"/>
              <a:t>&amp; \vdots &amp; \\</a:t>
            </a:r>
            <a:endParaRPr/>
          </a:p>
          <a:p>
            <a:pPr indent="0" lvl="0" marL="0" rtl="0" algn="l">
              <a:lnSpc>
                <a:spcPct val="100000"/>
              </a:lnSpc>
              <a:spcBef>
                <a:spcPts val="0"/>
              </a:spcBef>
              <a:spcAft>
                <a:spcPts val="0"/>
              </a:spcAft>
              <a:buClr>
                <a:schemeClr val="dk1"/>
              </a:buClr>
              <a:buSzPts val="1100"/>
              <a:buFont typeface="Arial"/>
              <a:buNone/>
            </a:pPr>
            <a:r>
              <a:rPr lang="en"/>
              <a:t>\text{---} &amp; \textbf{a}_n^T &amp; \text{---}</a:t>
            </a:r>
            <a:endParaRPr/>
          </a:p>
          <a:p>
            <a:pPr indent="0" lvl="0" marL="0" rtl="0" algn="l">
              <a:lnSpc>
                <a:spcPct val="100000"/>
              </a:lnSpc>
              <a:spcBef>
                <a:spcPts val="0"/>
              </a:spcBef>
              <a:spcAft>
                <a:spcPts val="0"/>
              </a:spcAft>
              <a:buClr>
                <a:schemeClr val="dk1"/>
              </a:buClr>
              <a:buSzPts val="1100"/>
              <a:buFont typeface="Arial"/>
              <a:buNone/>
            </a:pPr>
            <a:r>
              <a:rPr lang="en"/>
              <a:t>\end{pmatrix}</a:t>
            </a:r>
            <a:endParaRPr/>
          </a:p>
          <a:p>
            <a:pPr indent="0" lvl="0" marL="0" rtl="0" algn="l">
              <a:lnSpc>
                <a:spcPct val="100000"/>
              </a:lnSpc>
              <a:spcBef>
                <a:spcPts val="0"/>
              </a:spcBef>
              <a:spcAft>
                <a:spcPts val="0"/>
              </a:spcAft>
              <a:buClr>
                <a:schemeClr val="dk1"/>
              </a:buClr>
              <a:buSzPts val="1100"/>
              <a:buFont typeface="Arial"/>
              <a:buNone/>
            </a:pPr>
            <a:r>
              <a:rPr lang="en"/>
              <a:t>\\</a:t>
            </a:r>
            <a:endParaRPr/>
          </a:p>
          <a:p>
            <a:pPr indent="0" lvl="0" marL="0" rtl="0" algn="l">
              <a:lnSpc>
                <a:spcPct val="100000"/>
              </a:lnSpc>
              <a:spcBef>
                <a:spcPts val="0"/>
              </a:spcBef>
              <a:spcAft>
                <a:spcPts val="0"/>
              </a:spcAft>
              <a:buClr>
                <a:schemeClr val="dk1"/>
              </a:buClr>
              <a:buSzPts val="1100"/>
              <a:buFont typeface="Arial"/>
              <a:buNone/>
            </a:pPr>
            <a:r>
              <a:rPr lang="en"/>
              <a:t>&amp;=&amp; x_1 </a:t>
            </a:r>
            <a:endParaRPr/>
          </a:p>
          <a:p>
            <a:pPr indent="0" lvl="0" marL="0" rtl="0" algn="l">
              <a:lnSpc>
                <a:spcPct val="100000"/>
              </a:lnSpc>
              <a:spcBef>
                <a:spcPts val="0"/>
              </a:spcBef>
              <a:spcAft>
                <a:spcPts val="0"/>
              </a:spcAft>
              <a:buClr>
                <a:schemeClr val="dk1"/>
              </a:buClr>
              <a:buSzPts val="1100"/>
              <a:buFont typeface="Arial"/>
              <a:buNone/>
            </a:pPr>
            <a:r>
              <a:rPr lang="en"/>
              <a:t>\begin{pmatrix} </a:t>
            </a:r>
            <a:endParaRPr/>
          </a:p>
          <a:p>
            <a:pPr indent="0" lvl="0" marL="0" rtl="0" algn="l">
              <a:lnSpc>
                <a:spcPct val="100000"/>
              </a:lnSpc>
              <a:spcBef>
                <a:spcPts val="0"/>
              </a:spcBef>
              <a:spcAft>
                <a:spcPts val="0"/>
              </a:spcAft>
              <a:buClr>
                <a:schemeClr val="dk1"/>
              </a:buClr>
              <a:buSzPts val="1100"/>
              <a:buFont typeface="Arial"/>
              <a:buNone/>
            </a:pPr>
            <a:r>
              <a:rPr lang="en"/>
              <a:t>\text{---} &amp; \textbf{a}_1^T \text{---}</a:t>
            </a:r>
            <a:endParaRPr/>
          </a:p>
          <a:p>
            <a:pPr indent="0" lvl="0" marL="0" rtl="0" algn="l">
              <a:lnSpc>
                <a:spcPct val="100000"/>
              </a:lnSpc>
              <a:spcBef>
                <a:spcPts val="0"/>
              </a:spcBef>
              <a:spcAft>
                <a:spcPts val="0"/>
              </a:spcAft>
              <a:buClr>
                <a:schemeClr val="dk1"/>
              </a:buClr>
              <a:buSzPts val="1100"/>
              <a:buFont typeface="Arial"/>
              <a:buNone/>
            </a:pPr>
            <a:r>
              <a:rPr lang="en"/>
              <a:t>\end{pmatrix}</a:t>
            </a:r>
            <a:endParaRPr/>
          </a:p>
          <a:p>
            <a:pPr indent="0" lvl="0" marL="0" rtl="0" algn="l">
              <a:lnSpc>
                <a:spcPct val="100000"/>
              </a:lnSpc>
              <a:spcBef>
                <a:spcPts val="0"/>
              </a:spcBef>
              <a:spcAft>
                <a:spcPts val="0"/>
              </a:spcAft>
              <a:buClr>
                <a:schemeClr val="dk1"/>
              </a:buClr>
              <a:buSzPts val="1100"/>
              <a:buFont typeface="Arial"/>
              <a:buNone/>
            </a:pPr>
            <a:r>
              <a:rPr lang="en"/>
              <a:t>+</a:t>
            </a:r>
            <a:endParaRPr/>
          </a:p>
          <a:p>
            <a:pPr indent="0" lvl="0" marL="0" rtl="0" algn="l">
              <a:lnSpc>
                <a:spcPct val="100000"/>
              </a:lnSpc>
              <a:spcBef>
                <a:spcPts val="0"/>
              </a:spcBef>
              <a:spcAft>
                <a:spcPts val="0"/>
              </a:spcAft>
              <a:buClr>
                <a:schemeClr val="dk1"/>
              </a:buClr>
              <a:buSzPts val="1100"/>
              <a:buFont typeface="Arial"/>
              <a:buNone/>
            </a:pPr>
            <a:r>
              <a:rPr lang="en"/>
              <a:t>x_2 </a:t>
            </a:r>
            <a:endParaRPr/>
          </a:p>
          <a:p>
            <a:pPr indent="0" lvl="0" marL="0" rtl="0" algn="l">
              <a:lnSpc>
                <a:spcPct val="100000"/>
              </a:lnSpc>
              <a:spcBef>
                <a:spcPts val="0"/>
              </a:spcBef>
              <a:spcAft>
                <a:spcPts val="0"/>
              </a:spcAft>
              <a:buClr>
                <a:schemeClr val="dk1"/>
              </a:buClr>
              <a:buSzPts val="1100"/>
              <a:buFont typeface="Arial"/>
              <a:buNone/>
            </a:pPr>
            <a:r>
              <a:rPr lang="en"/>
              <a:t>\begin{pmatrix} </a:t>
            </a:r>
            <a:endParaRPr/>
          </a:p>
          <a:p>
            <a:pPr indent="0" lvl="0" marL="0" rtl="0" algn="l">
              <a:lnSpc>
                <a:spcPct val="100000"/>
              </a:lnSpc>
              <a:spcBef>
                <a:spcPts val="0"/>
              </a:spcBef>
              <a:spcAft>
                <a:spcPts val="0"/>
              </a:spcAft>
              <a:buClr>
                <a:schemeClr val="dk1"/>
              </a:buClr>
              <a:buSzPts val="1100"/>
              <a:buFont typeface="Arial"/>
              <a:buNone/>
            </a:pPr>
            <a:r>
              <a:rPr lang="en"/>
              <a:t>\text{---} &amp; \textbf{a}_2^T \text{---}</a:t>
            </a:r>
            <a:endParaRPr/>
          </a:p>
          <a:p>
            <a:pPr indent="0" lvl="0" marL="0" rtl="0" algn="l">
              <a:lnSpc>
                <a:spcPct val="100000"/>
              </a:lnSpc>
              <a:spcBef>
                <a:spcPts val="0"/>
              </a:spcBef>
              <a:spcAft>
                <a:spcPts val="0"/>
              </a:spcAft>
              <a:buClr>
                <a:schemeClr val="dk1"/>
              </a:buClr>
              <a:buSzPts val="1100"/>
              <a:buFont typeface="Arial"/>
              <a:buNone/>
            </a:pPr>
            <a:r>
              <a:rPr lang="en"/>
              <a:t>\end{pmatrix}</a:t>
            </a:r>
            <a:endParaRPr/>
          </a:p>
          <a:p>
            <a:pPr indent="0" lvl="0" marL="0" rtl="0" algn="l">
              <a:lnSpc>
                <a:spcPct val="100000"/>
              </a:lnSpc>
              <a:spcBef>
                <a:spcPts val="0"/>
              </a:spcBef>
              <a:spcAft>
                <a:spcPts val="0"/>
              </a:spcAft>
              <a:buClr>
                <a:schemeClr val="dk1"/>
              </a:buClr>
              <a:buSzPts val="1100"/>
              <a:buFont typeface="Arial"/>
              <a:buNone/>
            </a:pPr>
            <a:r>
              <a:rPr lang="en"/>
              <a:t>+</a:t>
            </a:r>
            <a:endParaRPr/>
          </a:p>
          <a:p>
            <a:pPr indent="0" lvl="0" marL="0" rtl="0" algn="l">
              <a:lnSpc>
                <a:spcPct val="100000"/>
              </a:lnSpc>
              <a:spcBef>
                <a:spcPts val="0"/>
              </a:spcBef>
              <a:spcAft>
                <a:spcPts val="0"/>
              </a:spcAft>
              <a:buClr>
                <a:schemeClr val="dk1"/>
              </a:buClr>
              <a:buSzPts val="1100"/>
              <a:buFont typeface="Arial"/>
              <a:buNone/>
            </a:pPr>
            <a:r>
              <a:rPr lang="en"/>
              <a:t>\cdots</a:t>
            </a:r>
            <a:endParaRPr/>
          </a:p>
          <a:p>
            <a:pPr indent="0" lvl="0" marL="0" rtl="0" algn="l">
              <a:lnSpc>
                <a:spcPct val="100000"/>
              </a:lnSpc>
              <a:spcBef>
                <a:spcPts val="0"/>
              </a:spcBef>
              <a:spcAft>
                <a:spcPts val="0"/>
              </a:spcAft>
              <a:buClr>
                <a:schemeClr val="dk1"/>
              </a:buClr>
              <a:buSzPts val="1100"/>
              <a:buFont typeface="Arial"/>
              <a:buNone/>
            </a:pPr>
            <a:r>
              <a:rPr lang="en"/>
              <a:t>x_n</a:t>
            </a:r>
            <a:endParaRPr/>
          </a:p>
          <a:p>
            <a:pPr indent="0" lvl="0" marL="0" rtl="0" algn="l">
              <a:lnSpc>
                <a:spcPct val="100000"/>
              </a:lnSpc>
              <a:spcBef>
                <a:spcPts val="0"/>
              </a:spcBef>
              <a:spcAft>
                <a:spcPts val="0"/>
              </a:spcAft>
              <a:buClr>
                <a:schemeClr val="dk1"/>
              </a:buClr>
              <a:buSzPts val="1100"/>
              <a:buFont typeface="Arial"/>
              <a:buNone/>
            </a:pPr>
            <a:r>
              <a:rPr lang="en"/>
              <a:t>\begin{pmatrix} </a:t>
            </a:r>
            <a:endParaRPr/>
          </a:p>
          <a:p>
            <a:pPr indent="0" lvl="0" marL="0" rtl="0" algn="l">
              <a:lnSpc>
                <a:spcPct val="100000"/>
              </a:lnSpc>
              <a:spcBef>
                <a:spcPts val="0"/>
              </a:spcBef>
              <a:spcAft>
                <a:spcPts val="0"/>
              </a:spcAft>
              <a:buClr>
                <a:schemeClr val="dk1"/>
              </a:buClr>
              <a:buSzPts val="1100"/>
              <a:buFont typeface="Arial"/>
              <a:buNone/>
            </a:pPr>
            <a:r>
              <a:rPr lang="en"/>
              <a:t>\text{---} &amp; \textbf{a}_1^T \text{---}</a:t>
            </a:r>
            <a:endParaRPr/>
          </a:p>
          <a:p>
            <a:pPr indent="0" lvl="0" marL="0" rtl="0" algn="l">
              <a:lnSpc>
                <a:spcPct val="100000"/>
              </a:lnSpc>
              <a:spcBef>
                <a:spcPts val="0"/>
              </a:spcBef>
              <a:spcAft>
                <a:spcPts val="0"/>
              </a:spcAft>
              <a:buClr>
                <a:schemeClr val="dk1"/>
              </a:buClr>
              <a:buSzPts val="1100"/>
              <a:buFont typeface="Arial"/>
              <a:buNone/>
            </a:pPr>
            <a:r>
              <a:rPr lang="en"/>
              <a:t>\end{pmatrix}</a:t>
            </a:r>
            <a:endParaRPr/>
          </a:p>
          <a:p>
            <a:pPr indent="0" lvl="0" marL="0" rtl="0" algn="l">
              <a:lnSpc>
                <a:spcPct val="100000"/>
              </a:lnSpc>
              <a:spcBef>
                <a:spcPts val="0"/>
              </a:spcBef>
              <a:spcAft>
                <a:spcPts val="0"/>
              </a:spcAft>
              <a:buClr>
                <a:schemeClr val="dk1"/>
              </a:buClr>
              <a:buSzPts val="1100"/>
              <a:buFont typeface="Arial"/>
              <a:buNone/>
            </a:pPr>
            <a:r>
              <a:rPr lang="en"/>
              <a:t>\end{matrix}</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2e6cb55eec2_0_3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4" name="Google Shape;1204;g2e6cb55eec2_0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e6cb55eec2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1" name="Google Shape;1211;g2e6cb55eec2_0_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2e6cb55eec2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8" name="Google Shape;1218;g2e6cb55eec2_0_5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2e6cb55eec2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7" name="Google Shape;1227;g2e6cb55eec2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2e6cb55eec2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8" name="Google Shape;1238;g2e6cb55eec2_0_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2e6cb55eec2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6" name="Google Shape;1246;g2e6cb55eec2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\frac{\partial}{\partial x} \log (x^2) = \frac{\partial \log (x^2)}{\partial x^2} \frac{\partial x^2}{ \partial x}</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2e6cb55eec2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6" name="Google Shape;1256;g2e6cb55eec2_0_6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\frac{\partial}{\partial x}\log (x^2) = \frac{\partial \log u}{\partial u} \cdot \frac{\partial u}{\partial x}</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73d6eae3e5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1" name="Google Shape;1271;g273d6eae3e5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\frac{\partial e}{\partial x} = \partial f_1 \left( f_2 \left( f_3 \left( f_4 \left( f_5 (x) \right) \right) \right) \right) / \partial x = \partial f_5 / \partial d + \partial f_4 / \partial c + \partial f_3 / \partial b + \partial f_2 / \partial a + \partial f_1 / \partial x</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2e6cb55eec2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4" name="Google Shape;1294;g2e6cb55eec2_0_5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273d6eae3e5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2" name="Google Shape;1302;g273d6eae3e5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2172bd120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8" name="Google Shape;1318;g32172bd120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279c62e1d66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0" name="Google Shape;1350;g279c62e1d66_0_3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279c62e1d66_0_3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5" name="Google Shape;1355;g279c62e1d66_0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279c62e1d66_0_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6" name="Google Shape;1366;g279c62e1d66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279c62e1d66_0_3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2" name="Google Shape;1372;g279c62e1d66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79c62e1d66_0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9" name="Google Shape;1379;g279c62e1d66_0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279c62e1d66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5" name="Google Shape;1395;g279c62e1d66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279c62e1d66_0_3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2" name="Google Shape;1402;g279c62e1d66_0_3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279c62e1d66_0_3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8" name="Google Shape;1408;g279c62e1d66_0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279c62e1d66_0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7" name="Google Shape;1417;g279c62e1d66_0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279c62e1d66_0_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1" name="Google Shape;1431;g279c62e1d66_0_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g279c62e1d66_0_4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4" name="Google Shape;1444;g279c62e1d66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279c62e1d66_0_4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7" name="Google Shape;1457;g279c62e1d66_0_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What’s in the output batch? Embeddings? Classification?</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279c62e1d66_0_4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0" name="Google Shape;1470;g279c62e1d66_0_4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279c62e1d66_0_4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7" name="Google Shape;1477;g279c62e1d66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g279c62e1d66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4" name="Google Shape;1484;g279c62e1d66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279c62e1d66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2" name="Google Shape;1492;g279c62e1d66_0_4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Pooling layers are used to reduce the dimensions of the feature maps. Thus, it reduces the number of parameters to learn and the amount of computation performed in the network.</a:t>
            </a:r>
            <a:endParaRPr/>
          </a:p>
          <a:p>
            <a:pPr indent="0" lvl="0" marL="0" rtl="0" algn="l">
              <a:lnSpc>
                <a:spcPct val="100000"/>
              </a:lnSpc>
              <a:spcBef>
                <a:spcPts val="0"/>
              </a:spcBef>
              <a:spcAft>
                <a:spcPts val="0"/>
              </a:spcAft>
              <a:buClr>
                <a:schemeClr val="dk1"/>
              </a:buClr>
              <a:buSzPts val="1100"/>
              <a:buFont typeface="Arial"/>
              <a:buNone/>
            </a:pPr>
            <a:r>
              <a:rPr lang="en"/>
              <a:t>The pooling layer summarises the features present in a region of the feature map generated by a convolution layer. So, further operations are performed on summarised features instead of precisely positioned features generated by the convolution layer. This makes the model more robust to variations in the position of the features in the input image.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279c62e1d66_0_4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9" name="Google Shape;1499;g279c62e1d66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279c62e1d66_0_4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6" name="Google Shape;1506;g279c62e1d66_0_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279c62e1d66_0_4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3" name="Google Shape;1513;g279c62e1d66_0_4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279c62e1d66_0_4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9" name="Google Shape;1519;g279c62e1d66_0_4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7e3beaf2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0" name="Google Shape;1530;g37e3beaf2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2"/>
          <p:cNvSpPr txBox="1"/>
          <p:nvPr>
            <p:ph idx="1" type="subTitle"/>
          </p:nvPr>
        </p:nvSpPr>
        <p:spPr>
          <a:xfrm>
            <a:off x="311700" y="200457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17" name="Google Shape;17;p3"/>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amp; Content" type="obj">
  <p:cSld name="OBJECT">
    <p:bg>
      <p:bgPr>
        <a:solidFill>
          <a:schemeClr val="lt1"/>
        </a:solid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228600" y="-55175"/>
            <a:ext cx="8667000" cy="4218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2400"/>
              <a:buFont typeface="Cambria"/>
              <a:buNone/>
              <a:defRPr sz="2400"/>
            </a:lvl1pPr>
            <a:lvl2pPr lvl="1" algn="l">
              <a:lnSpc>
                <a:spcPct val="100000"/>
              </a:lnSpc>
              <a:spcBef>
                <a:spcPts val="0"/>
              </a:spcBef>
              <a:spcAft>
                <a:spcPts val="0"/>
              </a:spcAft>
              <a:buSzPts val="800"/>
              <a:buNone/>
              <a:defRPr sz="800"/>
            </a:lvl2pPr>
            <a:lvl3pPr lvl="2" algn="l">
              <a:lnSpc>
                <a:spcPct val="100000"/>
              </a:lnSpc>
              <a:spcBef>
                <a:spcPts val="0"/>
              </a:spcBef>
              <a:spcAft>
                <a:spcPts val="0"/>
              </a:spcAft>
              <a:buSzPts val="800"/>
              <a:buNone/>
              <a:defRPr sz="800"/>
            </a:lvl3pPr>
            <a:lvl4pPr lvl="3" algn="l">
              <a:lnSpc>
                <a:spcPct val="100000"/>
              </a:lnSpc>
              <a:spcBef>
                <a:spcPts val="0"/>
              </a:spcBef>
              <a:spcAft>
                <a:spcPts val="0"/>
              </a:spcAft>
              <a:buSzPts val="800"/>
              <a:buNone/>
              <a:defRPr sz="800"/>
            </a:lvl4pPr>
            <a:lvl5pPr lvl="4" algn="l">
              <a:lnSpc>
                <a:spcPct val="100000"/>
              </a:lnSpc>
              <a:spcBef>
                <a:spcPts val="0"/>
              </a:spcBef>
              <a:spcAft>
                <a:spcPts val="0"/>
              </a:spcAft>
              <a:buSzPts val="800"/>
              <a:buNone/>
              <a:defRPr sz="800"/>
            </a:lvl5pPr>
            <a:lvl6pPr lvl="5" algn="l">
              <a:lnSpc>
                <a:spcPct val="100000"/>
              </a:lnSpc>
              <a:spcBef>
                <a:spcPts val="0"/>
              </a:spcBef>
              <a:spcAft>
                <a:spcPts val="0"/>
              </a:spcAft>
              <a:buSzPts val="800"/>
              <a:buNone/>
              <a:defRPr sz="800"/>
            </a:lvl6pPr>
            <a:lvl7pPr lvl="6" algn="l">
              <a:lnSpc>
                <a:spcPct val="100000"/>
              </a:lnSpc>
              <a:spcBef>
                <a:spcPts val="0"/>
              </a:spcBef>
              <a:spcAft>
                <a:spcPts val="0"/>
              </a:spcAft>
              <a:buSzPts val="800"/>
              <a:buNone/>
              <a:defRPr sz="800"/>
            </a:lvl7pPr>
            <a:lvl8pPr lvl="7" algn="l">
              <a:lnSpc>
                <a:spcPct val="100000"/>
              </a:lnSpc>
              <a:spcBef>
                <a:spcPts val="0"/>
              </a:spcBef>
              <a:spcAft>
                <a:spcPts val="0"/>
              </a:spcAft>
              <a:buSzPts val="800"/>
              <a:buNone/>
              <a:defRPr sz="800"/>
            </a:lvl8pPr>
            <a:lvl9pPr lvl="8" algn="l">
              <a:lnSpc>
                <a:spcPct val="100000"/>
              </a:lnSpc>
              <a:spcBef>
                <a:spcPts val="0"/>
              </a:spcBef>
              <a:spcAft>
                <a:spcPts val="0"/>
              </a:spcAft>
              <a:buSzPts val="800"/>
              <a:buNone/>
              <a:defRPr sz="800"/>
            </a:lvl9pPr>
          </a:lstStyle>
          <a:p/>
        </p:txBody>
      </p:sp>
      <p:sp>
        <p:nvSpPr>
          <p:cNvPr id="21" name="Google Shape;21;p4"/>
          <p:cNvSpPr txBox="1"/>
          <p:nvPr>
            <p:ph idx="1" type="body"/>
          </p:nvPr>
        </p:nvSpPr>
        <p:spPr>
          <a:xfrm>
            <a:off x="238500" y="865910"/>
            <a:ext cx="8667000" cy="3257400"/>
          </a:xfrm>
          <a:prstGeom prst="rect">
            <a:avLst/>
          </a:prstGeom>
          <a:noFill/>
          <a:ln>
            <a:noFill/>
          </a:ln>
        </p:spPr>
        <p:txBody>
          <a:bodyPr anchorCtr="0" anchor="t" bIns="34275" lIns="68575" spcFirstLastPara="1" rIns="68575" wrap="square" tIns="34275">
            <a:normAutofit/>
          </a:bodyPr>
          <a:lstStyle>
            <a:lvl1pPr indent="-387350" lvl="0" marL="457200" algn="l">
              <a:lnSpc>
                <a:spcPct val="115000"/>
              </a:lnSpc>
              <a:spcBef>
                <a:spcPts val="500"/>
              </a:spcBef>
              <a:spcAft>
                <a:spcPts val="0"/>
              </a:spcAft>
              <a:buSzPts val="2500"/>
              <a:buChar char="●"/>
              <a:defRPr sz="2500"/>
            </a:lvl1pPr>
            <a:lvl2pPr indent="-368300" lvl="1" marL="914400" algn="l">
              <a:lnSpc>
                <a:spcPct val="115000"/>
              </a:lnSpc>
              <a:spcBef>
                <a:spcPts val="1200"/>
              </a:spcBef>
              <a:spcAft>
                <a:spcPts val="0"/>
              </a:spcAft>
              <a:buSzPts val="2200"/>
              <a:buChar char="○"/>
              <a:defRPr sz="2200"/>
            </a:lvl2pPr>
            <a:lvl3pPr indent="-342900" lvl="2" marL="1371600" algn="l">
              <a:lnSpc>
                <a:spcPct val="115000"/>
              </a:lnSpc>
              <a:spcBef>
                <a:spcPts val="300"/>
              </a:spcBef>
              <a:spcAft>
                <a:spcPts val="0"/>
              </a:spcAft>
              <a:buSzPts val="1800"/>
              <a:buChar char="■"/>
              <a:defRPr sz="1800"/>
            </a:lvl3pPr>
            <a:lvl4pPr indent="-330200" lvl="3" marL="1828800" algn="l">
              <a:lnSpc>
                <a:spcPct val="115000"/>
              </a:lnSpc>
              <a:spcBef>
                <a:spcPts val="1200"/>
              </a:spcBef>
              <a:spcAft>
                <a:spcPts val="0"/>
              </a:spcAft>
              <a:buSzPts val="1600"/>
              <a:buChar char="●"/>
              <a:defRPr sz="1600"/>
            </a:lvl4pPr>
            <a:lvl5pPr indent="-317500" lvl="4" marL="2286000" algn="l">
              <a:lnSpc>
                <a:spcPct val="115000"/>
              </a:lnSpc>
              <a:spcBef>
                <a:spcPts val="1200"/>
              </a:spcBef>
              <a:spcAft>
                <a:spcPts val="0"/>
              </a:spcAft>
              <a:buSzPts val="1400"/>
              <a:buChar char="○"/>
              <a:defRPr sz="1400"/>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2" name="Google Shape;22;p4"/>
          <p:cNvSpPr txBox="1"/>
          <p:nvPr>
            <p:ph idx="11" type="ftr"/>
          </p:nvPr>
        </p:nvSpPr>
        <p:spPr>
          <a:xfrm>
            <a:off x="3124200" y="4767264"/>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3" name="Google Shape;23;p4"/>
          <p:cNvSpPr txBox="1"/>
          <p:nvPr>
            <p:ph idx="10" type="dt"/>
          </p:nvPr>
        </p:nvSpPr>
        <p:spPr>
          <a:xfrm>
            <a:off x="6553200" y="4766787"/>
            <a:ext cx="1219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4" name="Google Shape;24;p4"/>
          <p:cNvSpPr txBox="1"/>
          <p:nvPr>
            <p:ph idx="12" type="sldNum"/>
          </p:nvPr>
        </p:nvSpPr>
        <p:spPr>
          <a:xfrm>
            <a:off x="152400" y="4766787"/>
            <a:ext cx="2133600" cy="273900"/>
          </a:xfrm>
          <a:prstGeom prst="rect">
            <a:avLst/>
          </a:prstGeom>
          <a:noFill/>
          <a:ln>
            <a:noFill/>
          </a:ln>
        </p:spPr>
        <p:txBody>
          <a:bodyPr anchorCtr="0" anchor="ctr" bIns="34275" lIns="68575" spcFirstLastPara="1" rIns="68575" wrap="square" tIns="34275">
            <a:norm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27" name="Google Shape;2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0" name="Google Shape;30;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33" name="Google Shape;33;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Red">
    <p:bg>
      <p:bgPr>
        <a:solidFill>
          <a:srgbClr val="8A0000"/>
        </a:solidFill>
      </p:bgPr>
    </p:bg>
    <p:spTree>
      <p:nvGrpSpPr>
        <p:cNvPr id="58" name="Shape 58"/>
        <p:cNvGrpSpPr/>
        <p:nvPr/>
      </p:nvGrpSpPr>
      <p:grpSpPr>
        <a:xfrm>
          <a:off x="0" y="0"/>
          <a:ext cx="0" cy="0"/>
          <a:chOff x="0" y="0"/>
          <a:chExt cx="0" cy="0"/>
        </a:xfrm>
      </p:grpSpPr>
      <p:sp>
        <p:nvSpPr>
          <p:cNvPr id="59" name="Google Shape;59;p14"/>
          <p:cNvSpPr txBox="1"/>
          <p:nvPr>
            <p:ph idx="1" type="body"/>
          </p:nvPr>
        </p:nvSpPr>
        <p:spPr>
          <a:xfrm>
            <a:off x="3168176" y="3297461"/>
            <a:ext cx="2806800" cy="327000"/>
          </a:xfrm>
          <a:prstGeom prst="rect">
            <a:avLst/>
          </a:prstGeom>
          <a:noFill/>
          <a:ln>
            <a:noFill/>
          </a:ln>
        </p:spPr>
        <p:txBody>
          <a:bodyPr anchorCtr="0" anchor="t" bIns="26725" lIns="53450" spcFirstLastPara="1" rIns="53450" wrap="square" tIns="26725">
            <a:noAutofit/>
          </a:bodyPr>
          <a:lstStyle>
            <a:lvl1pPr indent="-228600" lvl="0" marL="457200" algn="ctr">
              <a:lnSpc>
                <a:spcPct val="115000"/>
              </a:lnSpc>
              <a:spcBef>
                <a:spcPts val="500"/>
              </a:spcBef>
              <a:spcAft>
                <a:spcPts val="0"/>
              </a:spcAft>
              <a:buSzPts val="1300"/>
              <a:buFont typeface="Cambria"/>
              <a:buNone/>
              <a:defRPr i="1" sz="1300">
                <a:solidFill>
                  <a:schemeClr val="lt1"/>
                </a:solidFill>
                <a:latin typeface="Cambria"/>
                <a:ea typeface="Cambria"/>
                <a:cs typeface="Cambria"/>
                <a:sym typeface="Cambria"/>
              </a:defRPr>
            </a:lvl1pPr>
            <a:lvl2pPr indent="-317500" lvl="1" marL="914400" algn="l">
              <a:lnSpc>
                <a:spcPct val="115000"/>
              </a:lnSpc>
              <a:spcBef>
                <a:spcPts val="1200"/>
              </a:spcBef>
              <a:spcAft>
                <a:spcPts val="0"/>
              </a:spcAft>
              <a:buSzPts val="1400"/>
              <a:buChar char="○"/>
              <a:defRPr/>
            </a:lvl2pPr>
            <a:lvl3pPr indent="-317500" lvl="2" marL="1371600" algn="l">
              <a:lnSpc>
                <a:spcPct val="115000"/>
              </a:lnSpc>
              <a:spcBef>
                <a:spcPts val="300"/>
              </a:spcBef>
              <a:spcAft>
                <a:spcPts val="0"/>
              </a:spcAft>
              <a:buSzPts val="1400"/>
              <a:buChar char="■"/>
              <a:defRPr/>
            </a:lvl3pPr>
            <a:lvl4pPr indent="-317500" lvl="3" marL="1828800" algn="l">
              <a:lnSpc>
                <a:spcPct val="115000"/>
              </a:lnSpc>
              <a:spcBef>
                <a:spcPts val="1200"/>
              </a:spcBef>
              <a:spcAft>
                <a:spcPts val="0"/>
              </a:spcAft>
              <a:buSzPts val="1400"/>
              <a:buChar char="●"/>
              <a:defRPr/>
            </a:lvl4pPr>
            <a:lvl5pPr indent="-317500" lvl="4" marL="2286000" algn="l">
              <a:lnSpc>
                <a:spcPct val="115000"/>
              </a:lnSpc>
              <a:spcBef>
                <a:spcPts val="1200"/>
              </a:spcBef>
              <a:spcAft>
                <a:spcPts val="0"/>
              </a:spcAft>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60" name="Google Shape;60;p14"/>
          <p:cNvSpPr/>
          <p:nvPr/>
        </p:nvSpPr>
        <p:spPr>
          <a:xfrm>
            <a:off x="3931920" y="1314450"/>
            <a:ext cx="1280400" cy="1152300"/>
          </a:xfrm>
          <a:prstGeom prst="ellipse">
            <a:avLst/>
          </a:prstGeom>
          <a:solidFill>
            <a:srgbClr val="262626"/>
          </a:solidFill>
          <a:ln cap="flat" cmpd="sng" w="57150">
            <a:solidFill>
              <a:schemeClr val="lt1"/>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32075" lIns="64125" spcFirstLastPara="1" rIns="64125" wrap="square" tIns="32075">
            <a:noAutofit/>
          </a:bodyPr>
          <a:lstStyle/>
          <a:p>
            <a:pPr indent="0" lvl="0" marL="0" marR="0" rtl="0" algn="ctr">
              <a:lnSpc>
                <a:spcPct val="100000"/>
              </a:lnSpc>
              <a:spcBef>
                <a:spcPts val="0"/>
              </a:spcBef>
              <a:spcAft>
                <a:spcPts val="0"/>
              </a:spcAft>
              <a:buClr>
                <a:srgbClr val="000000"/>
              </a:buClr>
              <a:buSzPts val="4600"/>
              <a:buFont typeface="Arial"/>
              <a:buNone/>
            </a:pPr>
            <a:r>
              <a:t/>
            </a:r>
            <a:endParaRPr b="0" i="0" sz="4600" u="none" cap="none" strike="noStrike">
              <a:solidFill>
                <a:srgbClr val="FFFFFF"/>
              </a:solidFill>
              <a:latin typeface="Cambria"/>
              <a:ea typeface="Cambria"/>
              <a:cs typeface="Cambria"/>
              <a:sym typeface="Cambria"/>
            </a:endParaRPr>
          </a:p>
        </p:txBody>
      </p:sp>
      <p:sp>
        <p:nvSpPr>
          <p:cNvPr id="61" name="Google Shape;61;p14"/>
          <p:cNvSpPr txBox="1"/>
          <p:nvPr>
            <p:ph idx="2" type="body"/>
          </p:nvPr>
        </p:nvSpPr>
        <p:spPr>
          <a:xfrm>
            <a:off x="762002" y="2595384"/>
            <a:ext cx="7620000" cy="1073700"/>
          </a:xfrm>
          <a:prstGeom prst="rect">
            <a:avLst/>
          </a:prstGeom>
          <a:noFill/>
          <a:ln>
            <a:noFill/>
          </a:ln>
        </p:spPr>
        <p:txBody>
          <a:bodyPr anchorCtr="0" anchor="t" bIns="26725" lIns="53450" spcFirstLastPara="1" rIns="53450" wrap="square" tIns="26725">
            <a:noAutofit/>
          </a:bodyPr>
          <a:lstStyle>
            <a:lvl1pPr indent="-228600" lvl="0" marL="457200" algn="ctr">
              <a:lnSpc>
                <a:spcPct val="75000"/>
              </a:lnSpc>
              <a:spcBef>
                <a:spcPts val="500"/>
              </a:spcBef>
              <a:spcAft>
                <a:spcPts val="0"/>
              </a:spcAft>
              <a:buSzPts val="4200"/>
              <a:buFont typeface="Cambria"/>
              <a:buNone/>
              <a:defRPr sz="4200">
                <a:solidFill>
                  <a:schemeClr val="lt1"/>
                </a:solidFill>
                <a:latin typeface="Cambria"/>
                <a:ea typeface="Cambria"/>
                <a:cs typeface="Cambria"/>
                <a:sym typeface="Cambria"/>
              </a:defRPr>
            </a:lvl1pPr>
            <a:lvl2pPr indent="-317500" lvl="1" marL="914400" algn="l">
              <a:lnSpc>
                <a:spcPct val="115000"/>
              </a:lnSpc>
              <a:spcBef>
                <a:spcPts val="1200"/>
              </a:spcBef>
              <a:spcAft>
                <a:spcPts val="0"/>
              </a:spcAft>
              <a:buSzPts val="1400"/>
              <a:buChar char="○"/>
              <a:defRPr/>
            </a:lvl2pPr>
            <a:lvl3pPr indent="-317500" lvl="2" marL="1371600" algn="l">
              <a:lnSpc>
                <a:spcPct val="115000"/>
              </a:lnSpc>
              <a:spcBef>
                <a:spcPts val="300"/>
              </a:spcBef>
              <a:spcAft>
                <a:spcPts val="0"/>
              </a:spcAft>
              <a:buSzPts val="1400"/>
              <a:buChar char="■"/>
              <a:defRPr/>
            </a:lvl3pPr>
            <a:lvl4pPr indent="-317500" lvl="3" marL="1828800" algn="l">
              <a:lnSpc>
                <a:spcPct val="115000"/>
              </a:lnSpc>
              <a:spcBef>
                <a:spcPts val="1200"/>
              </a:spcBef>
              <a:spcAft>
                <a:spcPts val="0"/>
              </a:spcAft>
              <a:buSzPts val="1400"/>
              <a:buChar char="●"/>
              <a:defRPr/>
            </a:lvl4pPr>
            <a:lvl5pPr indent="-317500" lvl="4" marL="2286000" algn="l">
              <a:lnSpc>
                <a:spcPct val="115000"/>
              </a:lnSpc>
              <a:spcBef>
                <a:spcPts val="1200"/>
              </a:spcBef>
              <a:spcAft>
                <a:spcPts val="0"/>
              </a:spcAft>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pic>
        <p:nvPicPr>
          <p:cNvPr id="62" name="Google Shape;62;p14"/>
          <p:cNvPicPr preferRelativeResize="0"/>
          <p:nvPr/>
        </p:nvPicPr>
        <p:blipFill rotWithShape="1">
          <a:blip r:embed="rId2">
            <a:alphaModFix/>
          </a:blip>
          <a:srcRect b="0" l="0" r="0" t="0"/>
          <a:stretch/>
        </p:blipFill>
        <p:spPr>
          <a:xfrm>
            <a:off x="3729011" y="1210799"/>
            <a:ext cx="1850593" cy="14844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500"/>
                                  </p:stCondLst>
                                  <p:childTnLst>
                                    <p:set>
                                      <p:cBhvr>
                                        <p:cTn dur="1" fill="hold">
                                          <p:stCondLst>
                                            <p:cond delay="0"/>
                                          </p:stCondLst>
                                        </p:cTn>
                                        <p:tgtEl>
                                          <p:spTgt spid="59">
                                            <p:txEl>
                                              <p:pRg end="0" st="0"/>
                                            </p:txEl>
                                          </p:spTgt>
                                        </p:tgtEl>
                                        <p:attrNameLst>
                                          <p:attrName>style.visibility</p:attrName>
                                        </p:attrNameLst>
                                      </p:cBhvr>
                                      <p:to>
                                        <p:strVal val="visible"/>
                                      </p:to>
                                    </p:set>
                                    <p:anim calcmode="lin" valueType="num">
                                      <p:cBhvr additive="base">
                                        <p:cTn dur="750"/>
                                        <p:tgtEl>
                                          <p:spTgt spid="59">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1" st="1"/>
                                            </p:txEl>
                                          </p:spTgt>
                                        </p:tgtEl>
                                        <p:attrNameLst>
                                          <p:attrName>style.visibility</p:attrName>
                                        </p:attrNameLst>
                                      </p:cBhvr>
                                      <p:to>
                                        <p:strVal val="visible"/>
                                      </p:to>
                                    </p:set>
                                    <p:anim calcmode="lin" valueType="num">
                                      <p:cBhvr additive="base">
                                        <p:cTn dur="750"/>
                                        <p:tgtEl>
                                          <p:spTgt spid="59">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2" st="2"/>
                                            </p:txEl>
                                          </p:spTgt>
                                        </p:tgtEl>
                                        <p:attrNameLst>
                                          <p:attrName>style.visibility</p:attrName>
                                        </p:attrNameLst>
                                      </p:cBhvr>
                                      <p:to>
                                        <p:strVal val="visible"/>
                                      </p:to>
                                    </p:set>
                                    <p:anim calcmode="lin" valueType="num">
                                      <p:cBhvr additive="base">
                                        <p:cTn dur="750"/>
                                        <p:tgtEl>
                                          <p:spTgt spid="59">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3" st="3"/>
                                            </p:txEl>
                                          </p:spTgt>
                                        </p:tgtEl>
                                        <p:attrNameLst>
                                          <p:attrName>style.visibility</p:attrName>
                                        </p:attrNameLst>
                                      </p:cBhvr>
                                      <p:to>
                                        <p:strVal val="visible"/>
                                      </p:to>
                                    </p:set>
                                    <p:anim calcmode="lin" valueType="num">
                                      <p:cBhvr additive="base">
                                        <p:cTn dur="750"/>
                                        <p:tgtEl>
                                          <p:spTgt spid="59">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4" st="4"/>
                                            </p:txEl>
                                          </p:spTgt>
                                        </p:tgtEl>
                                        <p:attrNameLst>
                                          <p:attrName>style.visibility</p:attrName>
                                        </p:attrNameLst>
                                      </p:cBhvr>
                                      <p:to>
                                        <p:strVal val="visible"/>
                                      </p:to>
                                    </p:set>
                                    <p:anim calcmode="lin" valueType="num">
                                      <p:cBhvr additive="base">
                                        <p:cTn dur="750"/>
                                        <p:tgtEl>
                                          <p:spTgt spid="59">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5" st="5"/>
                                            </p:txEl>
                                          </p:spTgt>
                                        </p:tgtEl>
                                        <p:attrNameLst>
                                          <p:attrName>style.visibility</p:attrName>
                                        </p:attrNameLst>
                                      </p:cBhvr>
                                      <p:to>
                                        <p:strVal val="visible"/>
                                      </p:to>
                                    </p:set>
                                    <p:anim calcmode="lin" valueType="num">
                                      <p:cBhvr additive="base">
                                        <p:cTn dur="750"/>
                                        <p:tgtEl>
                                          <p:spTgt spid="59">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6" st="6"/>
                                            </p:txEl>
                                          </p:spTgt>
                                        </p:tgtEl>
                                        <p:attrNameLst>
                                          <p:attrName>style.visibility</p:attrName>
                                        </p:attrNameLst>
                                      </p:cBhvr>
                                      <p:to>
                                        <p:strVal val="visible"/>
                                      </p:to>
                                    </p:set>
                                    <p:anim calcmode="lin" valueType="num">
                                      <p:cBhvr additive="base">
                                        <p:cTn dur="750"/>
                                        <p:tgtEl>
                                          <p:spTgt spid="59">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7" st="7"/>
                                            </p:txEl>
                                          </p:spTgt>
                                        </p:tgtEl>
                                        <p:attrNameLst>
                                          <p:attrName>style.visibility</p:attrName>
                                        </p:attrNameLst>
                                      </p:cBhvr>
                                      <p:to>
                                        <p:strVal val="visible"/>
                                      </p:to>
                                    </p:set>
                                    <p:anim calcmode="lin" valueType="num">
                                      <p:cBhvr additive="base">
                                        <p:cTn dur="750"/>
                                        <p:tgtEl>
                                          <p:spTgt spid="59">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59">
                                            <p:txEl>
                                              <p:pRg end="8" st="8"/>
                                            </p:txEl>
                                          </p:spTgt>
                                        </p:tgtEl>
                                        <p:attrNameLst>
                                          <p:attrName>style.visibility</p:attrName>
                                        </p:attrNameLst>
                                      </p:cBhvr>
                                      <p:to>
                                        <p:strVal val="visible"/>
                                      </p:to>
                                    </p:set>
                                    <p:anim calcmode="lin" valueType="num">
                                      <p:cBhvr additive="base">
                                        <p:cTn dur="750"/>
                                        <p:tgtEl>
                                          <p:spTgt spid="59">
                                            <p:txEl>
                                              <p:pRg end="8" st="8"/>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0" st="0"/>
                                            </p:txEl>
                                          </p:spTgt>
                                        </p:tgtEl>
                                        <p:attrNameLst>
                                          <p:attrName>style.visibility</p:attrName>
                                        </p:attrNameLst>
                                      </p:cBhvr>
                                      <p:to>
                                        <p:strVal val="visible"/>
                                      </p:to>
                                    </p:set>
                                    <p:anim calcmode="lin" valueType="num">
                                      <p:cBhvr additive="base">
                                        <p:cTn dur="750"/>
                                        <p:tgtEl>
                                          <p:spTgt spid="61">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1" st="1"/>
                                            </p:txEl>
                                          </p:spTgt>
                                        </p:tgtEl>
                                        <p:attrNameLst>
                                          <p:attrName>style.visibility</p:attrName>
                                        </p:attrNameLst>
                                      </p:cBhvr>
                                      <p:to>
                                        <p:strVal val="visible"/>
                                      </p:to>
                                    </p:set>
                                    <p:anim calcmode="lin" valueType="num">
                                      <p:cBhvr additive="base">
                                        <p:cTn dur="750"/>
                                        <p:tgtEl>
                                          <p:spTgt spid="61">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2" st="2"/>
                                            </p:txEl>
                                          </p:spTgt>
                                        </p:tgtEl>
                                        <p:attrNameLst>
                                          <p:attrName>style.visibility</p:attrName>
                                        </p:attrNameLst>
                                      </p:cBhvr>
                                      <p:to>
                                        <p:strVal val="visible"/>
                                      </p:to>
                                    </p:set>
                                    <p:anim calcmode="lin" valueType="num">
                                      <p:cBhvr additive="base">
                                        <p:cTn dur="750"/>
                                        <p:tgtEl>
                                          <p:spTgt spid="61">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3" st="3"/>
                                            </p:txEl>
                                          </p:spTgt>
                                        </p:tgtEl>
                                        <p:attrNameLst>
                                          <p:attrName>style.visibility</p:attrName>
                                        </p:attrNameLst>
                                      </p:cBhvr>
                                      <p:to>
                                        <p:strVal val="visible"/>
                                      </p:to>
                                    </p:set>
                                    <p:anim calcmode="lin" valueType="num">
                                      <p:cBhvr additive="base">
                                        <p:cTn dur="750"/>
                                        <p:tgtEl>
                                          <p:spTgt spid="61">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4" st="4"/>
                                            </p:txEl>
                                          </p:spTgt>
                                        </p:tgtEl>
                                        <p:attrNameLst>
                                          <p:attrName>style.visibility</p:attrName>
                                        </p:attrNameLst>
                                      </p:cBhvr>
                                      <p:to>
                                        <p:strVal val="visible"/>
                                      </p:to>
                                    </p:set>
                                    <p:anim calcmode="lin" valueType="num">
                                      <p:cBhvr additive="base">
                                        <p:cTn dur="750"/>
                                        <p:tgtEl>
                                          <p:spTgt spid="61">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5" st="5"/>
                                            </p:txEl>
                                          </p:spTgt>
                                        </p:tgtEl>
                                        <p:attrNameLst>
                                          <p:attrName>style.visibility</p:attrName>
                                        </p:attrNameLst>
                                      </p:cBhvr>
                                      <p:to>
                                        <p:strVal val="visible"/>
                                      </p:to>
                                    </p:set>
                                    <p:anim calcmode="lin" valueType="num">
                                      <p:cBhvr additive="base">
                                        <p:cTn dur="750"/>
                                        <p:tgtEl>
                                          <p:spTgt spid="61">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6" st="6"/>
                                            </p:txEl>
                                          </p:spTgt>
                                        </p:tgtEl>
                                        <p:attrNameLst>
                                          <p:attrName>style.visibility</p:attrName>
                                        </p:attrNameLst>
                                      </p:cBhvr>
                                      <p:to>
                                        <p:strVal val="visible"/>
                                      </p:to>
                                    </p:set>
                                    <p:anim calcmode="lin" valueType="num">
                                      <p:cBhvr additive="base">
                                        <p:cTn dur="750"/>
                                        <p:tgtEl>
                                          <p:spTgt spid="61">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7" st="7"/>
                                            </p:txEl>
                                          </p:spTgt>
                                        </p:tgtEl>
                                        <p:attrNameLst>
                                          <p:attrName>style.visibility</p:attrName>
                                        </p:attrNameLst>
                                      </p:cBhvr>
                                      <p:to>
                                        <p:strVal val="visible"/>
                                      </p:to>
                                    </p:set>
                                    <p:anim calcmode="lin" valueType="num">
                                      <p:cBhvr additive="base">
                                        <p:cTn dur="750"/>
                                        <p:tgtEl>
                                          <p:spTgt spid="61">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61">
                                            <p:txEl>
                                              <p:pRg end="8" st="8"/>
                                            </p:txEl>
                                          </p:spTgt>
                                        </p:tgtEl>
                                        <p:attrNameLst>
                                          <p:attrName>style.visibility</p:attrName>
                                        </p:attrNameLst>
                                      </p:cBhvr>
                                      <p:to>
                                        <p:strVal val="visible"/>
                                      </p:to>
                                    </p:set>
                                    <p:anim calcmode="lin" valueType="num">
                                      <p:cBhvr additive="base">
                                        <p:cTn dur="750"/>
                                        <p:tgtEl>
                                          <p:spTgt spid="6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Agenda">
  <p:cSld name="TITLE_1_1_3">
    <p:spTree>
      <p:nvGrpSpPr>
        <p:cNvPr id="63" name="Shape 63"/>
        <p:cNvGrpSpPr/>
        <p:nvPr/>
      </p:nvGrpSpPr>
      <p:grpSpPr>
        <a:xfrm>
          <a:off x="0" y="0"/>
          <a:ext cx="0" cy="0"/>
          <a:chOff x="0" y="0"/>
          <a:chExt cx="0" cy="0"/>
        </a:xfrm>
      </p:grpSpPr>
      <p:sp>
        <p:nvSpPr>
          <p:cNvPr id="64" name="Google Shape;64;p15"/>
          <p:cNvSpPr txBox="1"/>
          <p:nvPr>
            <p:ph idx="12" type="sldNum"/>
          </p:nvPr>
        </p:nvSpPr>
        <p:spPr>
          <a:xfrm>
            <a:off x="8366700" y="0"/>
            <a:ext cx="548700" cy="4575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type="title"/>
          </p:nvPr>
        </p:nvSpPr>
        <p:spPr>
          <a:xfrm>
            <a:off x="235100" y="609600"/>
            <a:ext cx="4440600" cy="82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4000">
                <a:latin typeface="Merriweather Light"/>
                <a:ea typeface="Merriweather Light"/>
                <a:cs typeface="Merriweather Light"/>
                <a:sym typeface="Merriweather Light"/>
              </a:defRPr>
            </a:lvl1pPr>
            <a:lvl2pPr lvl="1" algn="l">
              <a:lnSpc>
                <a:spcPct val="100000"/>
              </a:lnSpc>
              <a:spcBef>
                <a:spcPts val="0"/>
              </a:spcBef>
              <a:spcAft>
                <a:spcPts val="0"/>
              </a:spcAft>
              <a:buSzPts val="2200"/>
              <a:buNone/>
              <a:defRPr sz="4000">
                <a:latin typeface="Merriweather Light"/>
                <a:ea typeface="Merriweather Light"/>
                <a:cs typeface="Merriweather Light"/>
                <a:sym typeface="Merriweather Light"/>
              </a:defRPr>
            </a:lvl2pPr>
            <a:lvl3pPr lvl="2" algn="l">
              <a:lnSpc>
                <a:spcPct val="100000"/>
              </a:lnSpc>
              <a:spcBef>
                <a:spcPts val="0"/>
              </a:spcBef>
              <a:spcAft>
                <a:spcPts val="0"/>
              </a:spcAft>
              <a:buSzPts val="2200"/>
              <a:buNone/>
              <a:defRPr sz="4000">
                <a:latin typeface="Merriweather Light"/>
                <a:ea typeface="Merriweather Light"/>
                <a:cs typeface="Merriweather Light"/>
                <a:sym typeface="Merriweather Light"/>
              </a:defRPr>
            </a:lvl3pPr>
            <a:lvl4pPr lvl="3" algn="l">
              <a:lnSpc>
                <a:spcPct val="100000"/>
              </a:lnSpc>
              <a:spcBef>
                <a:spcPts val="0"/>
              </a:spcBef>
              <a:spcAft>
                <a:spcPts val="0"/>
              </a:spcAft>
              <a:buSzPts val="2200"/>
              <a:buNone/>
              <a:defRPr sz="4000">
                <a:latin typeface="Merriweather Light"/>
                <a:ea typeface="Merriweather Light"/>
                <a:cs typeface="Merriweather Light"/>
                <a:sym typeface="Merriweather Light"/>
              </a:defRPr>
            </a:lvl4pPr>
            <a:lvl5pPr lvl="4" algn="l">
              <a:lnSpc>
                <a:spcPct val="100000"/>
              </a:lnSpc>
              <a:spcBef>
                <a:spcPts val="0"/>
              </a:spcBef>
              <a:spcAft>
                <a:spcPts val="0"/>
              </a:spcAft>
              <a:buSzPts val="2200"/>
              <a:buNone/>
              <a:defRPr sz="4000">
                <a:latin typeface="Merriweather Light"/>
                <a:ea typeface="Merriweather Light"/>
                <a:cs typeface="Merriweather Light"/>
                <a:sym typeface="Merriweather Light"/>
              </a:defRPr>
            </a:lvl5pPr>
            <a:lvl6pPr lvl="5" algn="l">
              <a:lnSpc>
                <a:spcPct val="100000"/>
              </a:lnSpc>
              <a:spcBef>
                <a:spcPts val="0"/>
              </a:spcBef>
              <a:spcAft>
                <a:spcPts val="0"/>
              </a:spcAft>
              <a:buSzPts val="2200"/>
              <a:buNone/>
              <a:defRPr sz="4000">
                <a:latin typeface="Merriweather Light"/>
                <a:ea typeface="Merriweather Light"/>
                <a:cs typeface="Merriweather Light"/>
                <a:sym typeface="Merriweather Light"/>
              </a:defRPr>
            </a:lvl6pPr>
            <a:lvl7pPr lvl="6" algn="l">
              <a:lnSpc>
                <a:spcPct val="100000"/>
              </a:lnSpc>
              <a:spcBef>
                <a:spcPts val="0"/>
              </a:spcBef>
              <a:spcAft>
                <a:spcPts val="0"/>
              </a:spcAft>
              <a:buSzPts val="2200"/>
              <a:buNone/>
              <a:defRPr sz="4000">
                <a:latin typeface="Merriweather Light"/>
                <a:ea typeface="Merriweather Light"/>
                <a:cs typeface="Merriweather Light"/>
                <a:sym typeface="Merriweather Light"/>
              </a:defRPr>
            </a:lvl7pPr>
            <a:lvl8pPr lvl="7" algn="l">
              <a:lnSpc>
                <a:spcPct val="100000"/>
              </a:lnSpc>
              <a:spcBef>
                <a:spcPts val="0"/>
              </a:spcBef>
              <a:spcAft>
                <a:spcPts val="0"/>
              </a:spcAft>
              <a:buSzPts val="2200"/>
              <a:buNone/>
              <a:defRPr sz="4000">
                <a:latin typeface="Merriweather Light"/>
                <a:ea typeface="Merriweather Light"/>
                <a:cs typeface="Merriweather Light"/>
                <a:sym typeface="Merriweather Light"/>
              </a:defRPr>
            </a:lvl8pPr>
            <a:lvl9pPr lvl="8" algn="l">
              <a:lnSpc>
                <a:spcPct val="100000"/>
              </a:lnSpc>
              <a:spcBef>
                <a:spcPts val="0"/>
              </a:spcBef>
              <a:spcAft>
                <a:spcPts val="0"/>
              </a:spcAft>
              <a:buSzPts val="2200"/>
              <a:buNone/>
              <a:defRPr sz="4000">
                <a:latin typeface="Merriweather Light"/>
                <a:ea typeface="Merriweather Light"/>
                <a:cs typeface="Merriweather Light"/>
                <a:sym typeface="Merriweather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17"/>
          <p:cNvSpPr/>
          <p:nvPr/>
        </p:nvSpPr>
        <p:spPr>
          <a:xfrm>
            <a:off x="0" y="523800"/>
            <a:ext cx="9144000" cy="4619700"/>
          </a:xfrm>
          <a:prstGeom prst="rect">
            <a:avLst/>
          </a:prstGeom>
          <a:solidFill>
            <a:srgbClr val="8A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stStyle>
          <a:p/>
        </p:txBody>
      </p:sp>
      <p:sp>
        <p:nvSpPr>
          <p:cNvPr id="75" name="Google Shape;7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 name="Shape 76"/>
        <p:cNvGrpSpPr/>
        <p:nvPr/>
      </p:nvGrpSpPr>
      <p:grpSpPr>
        <a:xfrm>
          <a:off x="0" y="0"/>
          <a:ext cx="0" cy="0"/>
          <a:chOff x="0" y="0"/>
          <a:chExt cx="0" cy="0"/>
        </a:xfrm>
      </p:grpSpPr>
      <p:sp>
        <p:nvSpPr>
          <p:cNvPr id="77" name="Google Shape;77;p1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78" name="Google Shape;78;p18"/>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9" name="Google Shape;7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amp; Content" type="obj">
  <p:cSld name="OBJECT">
    <p:bg>
      <p:bgPr>
        <a:solidFill>
          <a:schemeClr val="lt1"/>
        </a:solidFill>
      </p:bgPr>
    </p:bg>
    <p:spTree>
      <p:nvGrpSpPr>
        <p:cNvPr id="80" name="Shape 80"/>
        <p:cNvGrpSpPr/>
        <p:nvPr/>
      </p:nvGrpSpPr>
      <p:grpSpPr>
        <a:xfrm>
          <a:off x="0" y="0"/>
          <a:ext cx="0" cy="0"/>
          <a:chOff x="0" y="0"/>
          <a:chExt cx="0" cy="0"/>
        </a:xfrm>
      </p:grpSpPr>
      <p:sp>
        <p:nvSpPr>
          <p:cNvPr id="81" name="Google Shape;81;p19"/>
          <p:cNvSpPr txBox="1"/>
          <p:nvPr>
            <p:ph type="title"/>
          </p:nvPr>
        </p:nvSpPr>
        <p:spPr>
          <a:xfrm>
            <a:off x="228600" y="0"/>
            <a:ext cx="8667000" cy="4296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2200"/>
              <a:buFont typeface="Cambria"/>
              <a:buNone/>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82" name="Google Shape;82;p19"/>
          <p:cNvSpPr txBox="1"/>
          <p:nvPr>
            <p:ph idx="1" type="body"/>
          </p:nvPr>
        </p:nvSpPr>
        <p:spPr>
          <a:xfrm>
            <a:off x="228600" y="1337310"/>
            <a:ext cx="8667000" cy="3257400"/>
          </a:xfrm>
          <a:prstGeom prst="rect">
            <a:avLst/>
          </a:prstGeom>
          <a:noFill/>
          <a:ln>
            <a:noFill/>
          </a:ln>
        </p:spPr>
        <p:txBody>
          <a:bodyPr anchorCtr="0" anchor="t" bIns="34275" lIns="68575" spcFirstLastPara="1" rIns="68575" wrap="square" tIns="34275">
            <a:normAutofit/>
          </a:bodyPr>
          <a:lstStyle>
            <a:lvl1pPr indent="-387350" lvl="0" marL="457200" algn="l">
              <a:lnSpc>
                <a:spcPct val="115000"/>
              </a:lnSpc>
              <a:spcBef>
                <a:spcPts val="500"/>
              </a:spcBef>
              <a:spcAft>
                <a:spcPts val="0"/>
              </a:spcAft>
              <a:buSzPts val="2500"/>
              <a:buChar char="●"/>
              <a:defRPr sz="2500"/>
            </a:lvl1pPr>
            <a:lvl2pPr indent="-368300" lvl="1" marL="914400" algn="l">
              <a:lnSpc>
                <a:spcPct val="115000"/>
              </a:lnSpc>
              <a:spcBef>
                <a:spcPts val="1200"/>
              </a:spcBef>
              <a:spcAft>
                <a:spcPts val="0"/>
              </a:spcAft>
              <a:buSzPts val="2200"/>
              <a:buChar char="○"/>
              <a:defRPr sz="2200"/>
            </a:lvl2pPr>
            <a:lvl3pPr indent="-342900" lvl="2" marL="1371600" algn="l">
              <a:lnSpc>
                <a:spcPct val="115000"/>
              </a:lnSpc>
              <a:spcBef>
                <a:spcPts val="300"/>
              </a:spcBef>
              <a:spcAft>
                <a:spcPts val="0"/>
              </a:spcAft>
              <a:buSzPts val="1800"/>
              <a:buChar char="■"/>
              <a:defRPr sz="1800"/>
            </a:lvl3pPr>
            <a:lvl4pPr indent="-330200" lvl="3" marL="1828800" algn="l">
              <a:lnSpc>
                <a:spcPct val="115000"/>
              </a:lnSpc>
              <a:spcBef>
                <a:spcPts val="1200"/>
              </a:spcBef>
              <a:spcAft>
                <a:spcPts val="0"/>
              </a:spcAft>
              <a:buSzPts val="1600"/>
              <a:buChar char="●"/>
              <a:defRPr sz="1600"/>
            </a:lvl4pPr>
            <a:lvl5pPr indent="-317500" lvl="4" marL="2286000" algn="l">
              <a:lnSpc>
                <a:spcPct val="115000"/>
              </a:lnSpc>
              <a:spcBef>
                <a:spcPts val="1200"/>
              </a:spcBef>
              <a:spcAft>
                <a:spcPts val="0"/>
              </a:spcAft>
              <a:buSzPts val="1400"/>
              <a:buChar char="○"/>
              <a:defRPr sz="1400"/>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83" name="Google Shape;83;p19"/>
          <p:cNvSpPr txBox="1"/>
          <p:nvPr>
            <p:ph idx="11" type="ftr"/>
          </p:nvPr>
        </p:nvSpPr>
        <p:spPr>
          <a:xfrm>
            <a:off x="3124200" y="4767264"/>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84" name="Google Shape;84;p19"/>
          <p:cNvSpPr txBox="1"/>
          <p:nvPr>
            <p:ph idx="10" type="dt"/>
          </p:nvPr>
        </p:nvSpPr>
        <p:spPr>
          <a:xfrm>
            <a:off x="6553200" y="4766787"/>
            <a:ext cx="1219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85" name="Google Shape;85;p19"/>
          <p:cNvSpPr txBox="1"/>
          <p:nvPr>
            <p:ph idx="12" type="sldNum"/>
          </p:nvPr>
        </p:nvSpPr>
        <p:spPr>
          <a:xfrm>
            <a:off x="152400" y="4766787"/>
            <a:ext cx="2133600" cy="273900"/>
          </a:xfrm>
          <a:prstGeom prst="rect">
            <a:avLst/>
          </a:prstGeom>
          <a:noFill/>
          <a:ln>
            <a:noFill/>
          </a:ln>
        </p:spPr>
        <p:txBody>
          <a:bodyPr anchorCtr="0" anchor="ctr" bIns="34275" lIns="68575" spcFirstLastPara="1" rIns="68575" wrap="square" tIns="34275">
            <a:norm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 name="Shape 86"/>
        <p:cNvGrpSpPr/>
        <p:nvPr/>
      </p:nvGrpSpPr>
      <p:grpSpPr>
        <a:xfrm>
          <a:off x="0" y="0"/>
          <a:ext cx="0" cy="0"/>
          <a:chOff x="0" y="0"/>
          <a:chExt cx="0" cy="0"/>
        </a:xfrm>
      </p:grpSpPr>
      <p:sp>
        <p:nvSpPr>
          <p:cNvPr id="87" name="Google Shape;87;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8A0000"/>
              </a:buClr>
              <a:buSzPts val="4400"/>
              <a:buNone/>
              <a:defRPr sz="4400">
                <a:solidFill>
                  <a:srgbClr val="8A0000"/>
                </a:solidFill>
              </a:defRPr>
            </a:lvl1pPr>
            <a:lvl2pPr lvl="1" algn="ctr">
              <a:lnSpc>
                <a:spcPct val="100000"/>
              </a:lnSpc>
              <a:spcBef>
                <a:spcPts val="0"/>
              </a:spcBef>
              <a:spcAft>
                <a:spcPts val="0"/>
              </a:spcAft>
              <a:buClr>
                <a:srgbClr val="8A0000"/>
              </a:buClr>
              <a:buSzPts val="4400"/>
              <a:buNone/>
              <a:defRPr sz="4400">
                <a:solidFill>
                  <a:srgbClr val="8A0000"/>
                </a:solidFill>
              </a:defRPr>
            </a:lvl2pPr>
            <a:lvl3pPr lvl="2" algn="ctr">
              <a:lnSpc>
                <a:spcPct val="100000"/>
              </a:lnSpc>
              <a:spcBef>
                <a:spcPts val="0"/>
              </a:spcBef>
              <a:spcAft>
                <a:spcPts val="0"/>
              </a:spcAft>
              <a:buClr>
                <a:srgbClr val="8A0000"/>
              </a:buClr>
              <a:buSzPts val="4400"/>
              <a:buNone/>
              <a:defRPr sz="4400">
                <a:solidFill>
                  <a:srgbClr val="8A0000"/>
                </a:solidFill>
              </a:defRPr>
            </a:lvl3pPr>
            <a:lvl4pPr lvl="3" algn="ctr">
              <a:lnSpc>
                <a:spcPct val="100000"/>
              </a:lnSpc>
              <a:spcBef>
                <a:spcPts val="0"/>
              </a:spcBef>
              <a:spcAft>
                <a:spcPts val="0"/>
              </a:spcAft>
              <a:buClr>
                <a:srgbClr val="8A0000"/>
              </a:buClr>
              <a:buSzPts val="4400"/>
              <a:buNone/>
              <a:defRPr sz="4400">
                <a:solidFill>
                  <a:srgbClr val="8A0000"/>
                </a:solidFill>
              </a:defRPr>
            </a:lvl4pPr>
            <a:lvl5pPr lvl="4" algn="ctr">
              <a:lnSpc>
                <a:spcPct val="100000"/>
              </a:lnSpc>
              <a:spcBef>
                <a:spcPts val="0"/>
              </a:spcBef>
              <a:spcAft>
                <a:spcPts val="0"/>
              </a:spcAft>
              <a:buClr>
                <a:srgbClr val="8A0000"/>
              </a:buClr>
              <a:buSzPts val="4400"/>
              <a:buNone/>
              <a:defRPr sz="4400">
                <a:solidFill>
                  <a:srgbClr val="8A0000"/>
                </a:solidFill>
              </a:defRPr>
            </a:lvl5pPr>
            <a:lvl6pPr lvl="5" algn="ctr">
              <a:lnSpc>
                <a:spcPct val="100000"/>
              </a:lnSpc>
              <a:spcBef>
                <a:spcPts val="0"/>
              </a:spcBef>
              <a:spcAft>
                <a:spcPts val="0"/>
              </a:spcAft>
              <a:buClr>
                <a:srgbClr val="8A0000"/>
              </a:buClr>
              <a:buSzPts val="4400"/>
              <a:buNone/>
              <a:defRPr sz="4400">
                <a:solidFill>
                  <a:srgbClr val="8A0000"/>
                </a:solidFill>
              </a:defRPr>
            </a:lvl6pPr>
            <a:lvl7pPr lvl="6" algn="ctr">
              <a:lnSpc>
                <a:spcPct val="100000"/>
              </a:lnSpc>
              <a:spcBef>
                <a:spcPts val="0"/>
              </a:spcBef>
              <a:spcAft>
                <a:spcPts val="0"/>
              </a:spcAft>
              <a:buClr>
                <a:srgbClr val="8A0000"/>
              </a:buClr>
              <a:buSzPts val="4400"/>
              <a:buNone/>
              <a:defRPr sz="4400">
                <a:solidFill>
                  <a:srgbClr val="8A0000"/>
                </a:solidFill>
              </a:defRPr>
            </a:lvl7pPr>
            <a:lvl8pPr lvl="7" algn="ctr">
              <a:lnSpc>
                <a:spcPct val="100000"/>
              </a:lnSpc>
              <a:spcBef>
                <a:spcPts val="0"/>
              </a:spcBef>
              <a:spcAft>
                <a:spcPts val="0"/>
              </a:spcAft>
              <a:buClr>
                <a:srgbClr val="8A0000"/>
              </a:buClr>
              <a:buSzPts val="4400"/>
              <a:buNone/>
              <a:defRPr sz="4400">
                <a:solidFill>
                  <a:srgbClr val="8A0000"/>
                </a:solidFill>
              </a:defRPr>
            </a:lvl8pPr>
            <a:lvl9pPr lvl="8" algn="ctr">
              <a:lnSpc>
                <a:spcPct val="100000"/>
              </a:lnSpc>
              <a:spcBef>
                <a:spcPts val="0"/>
              </a:spcBef>
              <a:spcAft>
                <a:spcPts val="0"/>
              </a:spcAft>
              <a:buClr>
                <a:srgbClr val="8A0000"/>
              </a:buClr>
              <a:buSzPts val="4400"/>
              <a:buNone/>
              <a:defRPr sz="4400">
                <a:solidFill>
                  <a:srgbClr val="8A0000"/>
                </a:solidFill>
              </a:defRPr>
            </a:lvl9pPr>
          </a:lstStyle>
          <a:p/>
        </p:txBody>
      </p:sp>
      <p:sp>
        <p:nvSpPr>
          <p:cNvPr id="88" name="Google Shape;88;p20"/>
          <p:cNvSpPr txBox="1"/>
          <p:nvPr>
            <p:ph idx="1" type="subTitle"/>
          </p:nvPr>
        </p:nvSpPr>
        <p:spPr>
          <a:xfrm>
            <a:off x="311700" y="2685500"/>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 name="Shape 90"/>
        <p:cNvGrpSpPr/>
        <p:nvPr/>
      </p:nvGrpSpPr>
      <p:grpSpPr>
        <a:xfrm>
          <a:off x="0" y="0"/>
          <a:ext cx="0" cy="0"/>
          <a:chOff x="0" y="0"/>
          <a:chExt cx="0" cy="0"/>
        </a:xfrm>
      </p:grpSpPr>
      <p:sp>
        <p:nvSpPr>
          <p:cNvPr id="91" name="Google Shape;91;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8A0000"/>
              </a:buClr>
              <a:buSzPts val="3600"/>
              <a:buNone/>
              <a:defRPr sz="3600">
                <a:solidFill>
                  <a:srgbClr val="8A0000"/>
                </a:solidFill>
              </a:defRPr>
            </a:lvl1pPr>
            <a:lvl2pPr lvl="1" algn="ctr">
              <a:lnSpc>
                <a:spcPct val="100000"/>
              </a:lnSpc>
              <a:spcBef>
                <a:spcPts val="0"/>
              </a:spcBef>
              <a:spcAft>
                <a:spcPts val="0"/>
              </a:spcAft>
              <a:buClr>
                <a:srgbClr val="8A0000"/>
              </a:buClr>
              <a:buSzPts val="3600"/>
              <a:buNone/>
              <a:defRPr sz="3600">
                <a:solidFill>
                  <a:srgbClr val="8A0000"/>
                </a:solidFill>
              </a:defRPr>
            </a:lvl2pPr>
            <a:lvl3pPr lvl="2" algn="ctr">
              <a:lnSpc>
                <a:spcPct val="100000"/>
              </a:lnSpc>
              <a:spcBef>
                <a:spcPts val="0"/>
              </a:spcBef>
              <a:spcAft>
                <a:spcPts val="0"/>
              </a:spcAft>
              <a:buClr>
                <a:srgbClr val="8A0000"/>
              </a:buClr>
              <a:buSzPts val="3600"/>
              <a:buNone/>
              <a:defRPr sz="3600">
                <a:solidFill>
                  <a:srgbClr val="8A0000"/>
                </a:solidFill>
              </a:defRPr>
            </a:lvl3pPr>
            <a:lvl4pPr lvl="3" algn="ctr">
              <a:lnSpc>
                <a:spcPct val="100000"/>
              </a:lnSpc>
              <a:spcBef>
                <a:spcPts val="0"/>
              </a:spcBef>
              <a:spcAft>
                <a:spcPts val="0"/>
              </a:spcAft>
              <a:buClr>
                <a:srgbClr val="8A0000"/>
              </a:buClr>
              <a:buSzPts val="3600"/>
              <a:buNone/>
              <a:defRPr sz="3600">
                <a:solidFill>
                  <a:srgbClr val="8A0000"/>
                </a:solidFill>
              </a:defRPr>
            </a:lvl4pPr>
            <a:lvl5pPr lvl="4" algn="ctr">
              <a:lnSpc>
                <a:spcPct val="100000"/>
              </a:lnSpc>
              <a:spcBef>
                <a:spcPts val="0"/>
              </a:spcBef>
              <a:spcAft>
                <a:spcPts val="0"/>
              </a:spcAft>
              <a:buClr>
                <a:srgbClr val="8A0000"/>
              </a:buClr>
              <a:buSzPts val="3600"/>
              <a:buNone/>
              <a:defRPr sz="3600">
                <a:solidFill>
                  <a:srgbClr val="8A0000"/>
                </a:solidFill>
              </a:defRPr>
            </a:lvl5pPr>
            <a:lvl6pPr lvl="5" algn="ctr">
              <a:lnSpc>
                <a:spcPct val="100000"/>
              </a:lnSpc>
              <a:spcBef>
                <a:spcPts val="0"/>
              </a:spcBef>
              <a:spcAft>
                <a:spcPts val="0"/>
              </a:spcAft>
              <a:buClr>
                <a:srgbClr val="8A0000"/>
              </a:buClr>
              <a:buSzPts val="3600"/>
              <a:buNone/>
              <a:defRPr sz="3600">
                <a:solidFill>
                  <a:srgbClr val="8A0000"/>
                </a:solidFill>
              </a:defRPr>
            </a:lvl6pPr>
            <a:lvl7pPr lvl="6" algn="ctr">
              <a:lnSpc>
                <a:spcPct val="100000"/>
              </a:lnSpc>
              <a:spcBef>
                <a:spcPts val="0"/>
              </a:spcBef>
              <a:spcAft>
                <a:spcPts val="0"/>
              </a:spcAft>
              <a:buClr>
                <a:srgbClr val="8A0000"/>
              </a:buClr>
              <a:buSzPts val="3600"/>
              <a:buNone/>
              <a:defRPr sz="3600">
                <a:solidFill>
                  <a:srgbClr val="8A0000"/>
                </a:solidFill>
              </a:defRPr>
            </a:lvl7pPr>
            <a:lvl8pPr lvl="7" algn="ctr">
              <a:lnSpc>
                <a:spcPct val="100000"/>
              </a:lnSpc>
              <a:spcBef>
                <a:spcPts val="0"/>
              </a:spcBef>
              <a:spcAft>
                <a:spcPts val="0"/>
              </a:spcAft>
              <a:buClr>
                <a:srgbClr val="8A0000"/>
              </a:buClr>
              <a:buSzPts val="3600"/>
              <a:buNone/>
              <a:defRPr sz="3600">
                <a:solidFill>
                  <a:srgbClr val="8A0000"/>
                </a:solidFill>
              </a:defRPr>
            </a:lvl8pPr>
            <a:lvl9pPr lvl="8" algn="ctr">
              <a:lnSpc>
                <a:spcPct val="100000"/>
              </a:lnSpc>
              <a:spcBef>
                <a:spcPts val="0"/>
              </a:spcBef>
              <a:spcAft>
                <a:spcPts val="0"/>
              </a:spcAft>
              <a:buClr>
                <a:srgbClr val="8A0000"/>
              </a:buClr>
              <a:buSzPts val="3600"/>
              <a:buNone/>
              <a:defRPr sz="3600">
                <a:solidFill>
                  <a:srgbClr val="8A0000"/>
                </a:solidFill>
              </a:defRPr>
            </a:lvl9pPr>
          </a:lstStyle>
          <a:p/>
        </p:txBody>
      </p:sp>
      <p:sp>
        <p:nvSpPr>
          <p:cNvPr id="92" name="Google Shape;9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sp>
        <p:nvSpPr>
          <p:cNvPr id="94" name="Google Shape;94;p2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95" name="Google Shape;95;p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7" name="Google Shape;9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2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100" name="Google Shape;10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sp>
        <p:nvSpPr>
          <p:cNvPr id="102" name="Google Shape;102;p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rgbClr val="8A0000"/>
              </a:buClr>
              <a:buSzPts val="2400"/>
              <a:buNone/>
              <a:defRPr sz="2400">
                <a:solidFill>
                  <a:srgbClr val="8A0000"/>
                </a:solidFill>
              </a:defRPr>
            </a:lvl1pPr>
            <a:lvl2pPr lvl="1" algn="l">
              <a:lnSpc>
                <a:spcPct val="100000"/>
              </a:lnSpc>
              <a:spcBef>
                <a:spcPts val="0"/>
              </a:spcBef>
              <a:spcAft>
                <a:spcPts val="0"/>
              </a:spcAft>
              <a:buClr>
                <a:srgbClr val="8A0000"/>
              </a:buClr>
              <a:buSzPts val="2400"/>
              <a:buNone/>
              <a:defRPr sz="2400">
                <a:solidFill>
                  <a:srgbClr val="8A0000"/>
                </a:solidFill>
              </a:defRPr>
            </a:lvl2pPr>
            <a:lvl3pPr lvl="2" algn="l">
              <a:lnSpc>
                <a:spcPct val="100000"/>
              </a:lnSpc>
              <a:spcBef>
                <a:spcPts val="0"/>
              </a:spcBef>
              <a:spcAft>
                <a:spcPts val="0"/>
              </a:spcAft>
              <a:buClr>
                <a:srgbClr val="8A0000"/>
              </a:buClr>
              <a:buSzPts val="2400"/>
              <a:buNone/>
              <a:defRPr sz="2400">
                <a:solidFill>
                  <a:srgbClr val="8A0000"/>
                </a:solidFill>
              </a:defRPr>
            </a:lvl3pPr>
            <a:lvl4pPr lvl="3" algn="l">
              <a:lnSpc>
                <a:spcPct val="100000"/>
              </a:lnSpc>
              <a:spcBef>
                <a:spcPts val="0"/>
              </a:spcBef>
              <a:spcAft>
                <a:spcPts val="0"/>
              </a:spcAft>
              <a:buClr>
                <a:srgbClr val="8A0000"/>
              </a:buClr>
              <a:buSzPts val="2400"/>
              <a:buNone/>
              <a:defRPr sz="2400">
                <a:solidFill>
                  <a:srgbClr val="8A0000"/>
                </a:solidFill>
              </a:defRPr>
            </a:lvl4pPr>
            <a:lvl5pPr lvl="4" algn="l">
              <a:lnSpc>
                <a:spcPct val="100000"/>
              </a:lnSpc>
              <a:spcBef>
                <a:spcPts val="0"/>
              </a:spcBef>
              <a:spcAft>
                <a:spcPts val="0"/>
              </a:spcAft>
              <a:buClr>
                <a:srgbClr val="8A0000"/>
              </a:buClr>
              <a:buSzPts val="2400"/>
              <a:buNone/>
              <a:defRPr sz="2400">
                <a:solidFill>
                  <a:srgbClr val="8A0000"/>
                </a:solidFill>
              </a:defRPr>
            </a:lvl5pPr>
            <a:lvl6pPr lvl="5" algn="l">
              <a:lnSpc>
                <a:spcPct val="100000"/>
              </a:lnSpc>
              <a:spcBef>
                <a:spcPts val="0"/>
              </a:spcBef>
              <a:spcAft>
                <a:spcPts val="0"/>
              </a:spcAft>
              <a:buClr>
                <a:srgbClr val="8A0000"/>
              </a:buClr>
              <a:buSzPts val="2400"/>
              <a:buNone/>
              <a:defRPr sz="2400">
                <a:solidFill>
                  <a:srgbClr val="8A0000"/>
                </a:solidFill>
              </a:defRPr>
            </a:lvl6pPr>
            <a:lvl7pPr lvl="6" algn="l">
              <a:lnSpc>
                <a:spcPct val="100000"/>
              </a:lnSpc>
              <a:spcBef>
                <a:spcPts val="0"/>
              </a:spcBef>
              <a:spcAft>
                <a:spcPts val="0"/>
              </a:spcAft>
              <a:buClr>
                <a:srgbClr val="8A0000"/>
              </a:buClr>
              <a:buSzPts val="2400"/>
              <a:buNone/>
              <a:defRPr sz="2400">
                <a:solidFill>
                  <a:srgbClr val="8A0000"/>
                </a:solidFill>
              </a:defRPr>
            </a:lvl7pPr>
            <a:lvl8pPr lvl="7" algn="l">
              <a:lnSpc>
                <a:spcPct val="100000"/>
              </a:lnSpc>
              <a:spcBef>
                <a:spcPts val="0"/>
              </a:spcBef>
              <a:spcAft>
                <a:spcPts val="0"/>
              </a:spcAft>
              <a:buClr>
                <a:srgbClr val="8A0000"/>
              </a:buClr>
              <a:buSzPts val="2400"/>
              <a:buNone/>
              <a:defRPr sz="2400">
                <a:solidFill>
                  <a:srgbClr val="8A0000"/>
                </a:solidFill>
              </a:defRPr>
            </a:lvl8pPr>
            <a:lvl9pPr lvl="8" algn="l">
              <a:lnSpc>
                <a:spcPct val="100000"/>
              </a:lnSpc>
              <a:spcBef>
                <a:spcPts val="0"/>
              </a:spcBef>
              <a:spcAft>
                <a:spcPts val="0"/>
              </a:spcAft>
              <a:buClr>
                <a:srgbClr val="8A0000"/>
              </a:buClr>
              <a:buSzPts val="2400"/>
              <a:buNone/>
              <a:defRPr sz="2400">
                <a:solidFill>
                  <a:srgbClr val="8A0000"/>
                </a:solidFill>
              </a:defRPr>
            </a:lvl9pPr>
          </a:lstStyle>
          <a:p/>
        </p:txBody>
      </p:sp>
      <p:sp>
        <p:nvSpPr>
          <p:cNvPr id="103" name="Google Shape;103;p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4" name="Google Shape;10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p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8A0000"/>
              </a:buClr>
              <a:buSzPts val="4200"/>
              <a:buNone/>
              <a:defRPr sz="4200">
                <a:solidFill>
                  <a:srgbClr val="8A0000"/>
                </a:solidFill>
              </a:defRPr>
            </a:lvl1pPr>
            <a:lvl2pPr lvl="1" algn="ctr">
              <a:lnSpc>
                <a:spcPct val="100000"/>
              </a:lnSpc>
              <a:spcBef>
                <a:spcPts val="0"/>
              </a:spcBef>
              <a:spcAft>
                <a:spcPts val="0"/>
              </a:spcAft>
              <a:buClr>
                <a:srgbClr val="8A0000"/>
              </a:buClr>
              <a:buSzPts val="4200"/>
              <a:buNone/>
              <a:defRPr sz="4200">
                <a:solidFill>
                  <a:srgbClr val="8A0000"/>
                </a:solidFill>
              </a:defRPr>
            </a:lvl2pPr>
            <a:lvl3pPr lvl="2" algn="ctr">
              <a:lnSpc>
                <a:spcPct val="100000"/>
              </a:lnSpc>
              <a:spcBef>
                <a:spcPts val="0"/>
              </a:spcBef>
              <a:spcAft>
                <a:spcPts val="0"/>
              </a:spcAft>
              <a:buClr>
                <a:srgbClr val="8A0000"/>
              </a:buClr>
              <a:buSzPts val="4200"/>
              <a:buNone/>
              <a:defRPr sz="4200">
                <a:solidFill>
                  <a:srgbClr val="8A0000"/>
                </a:solidFill>
              </a:defRPr>
            </a:lvl3pPr>
            <a:lvl4pPr lvl="3" algn="ctr">
              <a:lnSpc>
                <a:spcPct val="100000"/>
              </a:lnSpc>
              <a:spcBef>
                <a:spcPts val="0"/>
              </a:spcBef>
              <a:spcAft>
                <a:spcPts val="0"/>
              </a:spcAft>
              <a:buClr>
                <a:srgbClr val="8A0000"/>
              </a:buClr>
              <a:buSzPts val="4200"/>
              <a:buNone/>
              <a:defRPr sz="4200">
                <a:solidFill>
                  <a:srgbClr val="8A0000"/>
                </a:solidFill>
              </a:defRPr>
            </a:lvl4pPr>
            <a:lvl5pPr lvl="4" algn="ctr">
              <a:lnSpc>
                <a:spcPct val="100000"/>
              </a:lnSpc>
              <a:spcBef>
                <a:spcPts val="0"/>
              </a:spcBef>
              <a:spcAft>
                <a:spcPts val="0"/>
              </a:spcAft>
              <a:buClr>
                <a:srgbClr val="8A0000"/>
              </a:buClr>
              <a:buSzPts val="4200"/>
              <a:buNone/>
              <a:defRPr sz="4200">
                <a:solidFill>
                  <a:srgbClr val="8A0000"/>
                </a:solidFill>
              </a:defRPr>
            </a:lvl5pPr>
            <a:lvl6pPr lvl="5" algn="ctr">
              <a:lnSpc>
                <a:spcPct val="100000"/>
              </a:lnSpc>
              <a:spcBef>
                <a:spcPts val="0"/>
              </a:spcBef>
              <a:spcAft>
                <a:spcPts val="0"/>
              </a:spcAft>
              <a:buClr>
                <a:srgbClr val="8A0000"/>
              </a:buClr>
              <a:buSzPts val="4200"/>
              <a:buNone/>
              <a:defRPr sz="4200">
                <a:solidFill>
                  <a:srgbClr val="8A0000"/>
                </a:solidFill>
              </a:defRPr>
            </a:lvl6pPr>
            <a:lvl7pPr lvl="6" algn="ctr">
              <a:lnSpc>
                <a:spcPct val="100000"/>
              </a:lnSpc>
              <a:spcBef>
                <a:spcPts val="0"/>
              </a:spcBef>
              <a:spcAft>
                <a:spcPts val="0"/>
              </a:spcAft>
              <a:buClr>
                <a:srgbClr val="8A0000"/>
              </a:buClr>
              <a:buSzPts val="4200"/>
              <a:buNone/>
              <a:defRPr sz="4200">
                <a:solidFill>
                  <a:srgbClr val="8A0000"/>
                </a:solidFill>
              </a:defRPr>
            </a:lvl7pPr>
            <a:lvl8pPr lvl="7" algn="ctr">
              <a:lnSpc>
                <a:spcPct val="100000"/>
              </a:lnSpc>
              <a:spcBef>
                <a:spcPts val="0"/>
              </a:spcBef>
              <a:spcAft>
                <a:spcPts val="0"/>
              </a:spcAft>
              <a:buClr>
                <a:srgbClr val="8A0000"/>
              </a:buClr>
              <a:buSzPts val="4200"/>
              <a:buNone/>
              <a:defRPr sz="4200">
                <a:solidFill>
                  <a:srgbClr val="8A0000"/>
                </a:solidFill>
              </a:defRPr>
            </a:lvl8pPr>
            <a:lvl9pPr lvl="8" algn="ctr">
              <a:lnSpc>
                <a:spcPct val="100000"/>
              </a:lnSpc>
              <a:spcBef>
                <a:spcPts val="0"/>
              </a:spcBef>
              <a:spcAft>
                <a:spcPts val="0"/>
              </a:spcAft>
              <a:buClr>
                <a:srgbClr val="8A0000"/>
              </a:buClr>
              <a:buSzPts val="4200"/>
              <a:buNone/>
              <a:defRPr sz="4200">
                <a:solidFill>
                  <a:srgbClr val="8A0000"/>
                </a:solidFill>
              </a:defRPr>
            </a:lvl9pPr>
          </a:lstStyle>
          <a:p/>
        </p:txBody>
      </p:sp>
      <p:sp>
        <p:nvSpPr>
          <p:cNvPr id="111" name="Google Shape;111;p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2" name="Google Shape;112;p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4" name="Shape 114"/>
        <p:cNvGrpSpPr/>
        <p:nvPr/>
      </p:nvGrpSpPr>
      <p:grpSpPr>
        <a:xfrm>
          <a:off x="0" y="0"/>
          <a:ext cx="0" cy="0"/>
          <a:chOff x="0" y="0"/>
          <a:chExt cx="0" cy="0"/>
        </a:xfrm>
      </p:grpSpPr>
      <p:sp>
        <p:nvSpPr>
          <p:cNvPr id="115" name="Google Shape;115;p2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8A0000"/>
              </a:buClr>
              <a:buSzPts val="9500"/>
              <a:buNone/>
              <a:defRPr sz="9500">
                <a:solidFill>
                  <a:srgbClr val="8A0000"/>
                </a:solidFill>
              </a:defRPr>
            </a:lvl1pPr>
            <a:lvl2pPr lvl="1" algn="ctr">
              <a:lnSpc>
                <a:spcPct val="100000"/>
              </a:lnSpc>
              <a:spcBef>
                <a:spcPts val="0"/>
              </a:spcBef>
              <a:spcAft>
                <a:spcPts val="0"/>
              </a:spcAft>
              <a:buClr>
                <a:srgbClr val="8A0000"/>
              </a:buClr>
              <a:buSzPts val="9500"/>
              <a:buNone/>
              <a:defRPr sz="9500">
                <a:solidFill>
                  <a:srgbClr val="8A0000"/>
                </a:solidFill>
              </a:defRPr>
            </a:lvl2pPr>
            <a:lvl3pPr lvl="2" algn="ctr">
              <a:lnSpc>
                <a:spcPct val="100000"/>
              </a:lnSpc>
              <a:spcBef>
                <a:spcPts val="0"/>
              </a:spcBef>
              <a:spcAft>
                <a:spcPts val="0"/>
              </a:spcAft>
              <a:buClr>
                <a:srgbClr val="8A0000"/>
              </a:buClr>
              <a:buSzPts val="9500"/>
              <a:buNone/>
              <a:defRPr sz="9500">
                <a:solidFill>
                  <a:srgbClr val="8A0000"/>
                </a:solidFill>
              </a:defRPr>
            </a:lvl3pPr>
            <a:lvl4pPr lvl="3" algn="ctr">
              <a:lnSpc>
                <a:spcPct val="100000"/>
              </a:lnSpc>
              <a:spcBef>
                <a:spcPts val="0"/>
              </a:spcBef>
              <a:spcAft>
                <a:spcPts val="0"/>
              </a:spcAft>
              <a:buClr>
                <a:srgbClr val="8A0000"/>
              </a:buClr>
              <a:buSzPts val="9500"/>
              <a:buNone/>
              <a:defRPr sz="9500">
                <a:solidFill>
                  <a:srgbClr val="8A0000"/>
                </a:solidFill>
              </a:defRPr>
            </a:lvl4pPr>
            <a:lvl5pPr lvl="4" algn="ctr">
              <a:lnSpc>
                <a:spcPct val="100000"/>
              </a:lnSpc>
              <a:spcBef>
                <a:spcPts val="0"/>
              </a:spcBef>
              <a:spcAft>
                <a:spcPts val="0"/>
              </a:spcAft>
              <a:buClr>
                <a:srgbClr val="8A0000"/>
              </a:buClr>
              <a:buSzPts val="9500"/>
              <a:buNone/>
              <a:defRPr sz="9500">
                <a:solidFill>
                  <a:srgbClr val="8A0000"/>
                </a:solidFill>
              </a:defRPr>
            </a:lvl5pPr>
            <a:lvl6pPr lvl="5" algn="ctr">
              <a:lnSpc>
                <a:spcPct val="100000"/>
              </a:lnSpc>
              <a:spcBef>
                <a:spcPts val="0"/>
              </a:spcBef>
              <a:spcAft>
                <a:spcPts val="0"/>
              </a:spcAft>
              <a:buClr>
                <a:srgbClr val="8A0000"/>
              </a:buClr>
              <a:buSzPts val="9500"/>
              <a:buNone/>
              <a:defRPr sz="9500">
                <a:solidFill>
                  <a:srgbClr val="8A0000"/>
                </a:solidFill>
              </a:defRPr>
            </a:lvl6pPr>
            <a:lvl7pPr lvl="6" algn="ctr">
              <a:lnSpc>
                <a:spcPct val="100000"/>
              </a:lnSpc>
              <a:spcBef>
                <a:spcPts val="0"/>
              </a:spcBef>
              <a:spcAft>
                <a:spcPts val="0"/>
              </a:spcAft>
              <a:buClr>
                <a:srgbClr val="8A0000"/>
              </a:buClr>
              <a:buSzPts val="9500"/>
              <a:buNone/>
              <a:defRPr sz="9500">
                <a:solidFill>
                  <a:srgbClr val="8A0000"/>
                </a:solidFill>
              </a:defRPr>
            </a:lvl7pPr>
            <a:lvl8pPr lvl="7" algn="ctr">
              <a:lnSpc>
                <a:spcPct val="100000"/>
              </a:lnSpc>
              <a:spcBef>
                <a:spcPts val="0"/>
              </a:spcBef>
              <a:spcAft>
                <a:spcPts val="0"/>
              </a:spcAft>
              <a:buClr>
                <a:srgbClr val="8A0000"/>
              </a:buClr>
              <a:buSzPts val="9500"/>
              <a:buNone/>
              <a:defRPr sz="9500">
                <a:solidFill>
                  <a:srgbClr val="8A0000"/>
                </a:solidFill>
              </a:defRPr>
            </a:lvl8pPr>
            <a:lvl9pPr lvl="8" algn="ctr">
              <a:lnSpc>
                <a:spcPct val="100000"/>
              </a:lnSpc>
              <a:spcBef>
                <a:spcPts val="0"/>
              </a:spcBef>
              <a:spcAft>
                <a:spcPts val="0"/>
              </a:spcAft>
              <a:buClr>
                <a:srgbClr val="8A0000"/>
              </a:buClr>
              <a:buSzPts val="9500"/>
              <a:buNone/>
              <a:defRPr sz="9500">
                <a:solidFill>
                  <a:srgbClr val="8A0000"/>
                </a:solidFill>
              </a:defRPr>
            </a:lvl9pPr>
          </a:lstStyle>
          <a:p>
            <a:r>
              <a:t>xx%</a:t>
            </a:r>
          </a:p>
        </p:txBody>
      </p:sp>
      <p:sp>
        <p:nvSpPr>
          <p:cNvPr id="116" name="Google Shape;116;p2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17" name="Google Shape;1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8" name="Shape 118"/>
        <p:cNvGrpSpPr/>
        <p:nvPr/>
      </p:nvGrpSpPr>
      <p:grpSpPr>
        <a:xfrm>
          <a:off x="0" y="0"/>
          <a:ext cx="0" cy="0"/>
          <a:chOff x="0" y="0"/>
          <a:chExt cx="0" cy="0"/>
        </a:xfrm>
      </p:grpSpPr>
      <p:sp>
        <p:nvSpPr>
          <p:cNvPr id="119" name="Google Shape;11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Animated) &amp; Content">
  <p:cSld name="Title &amp; Label (Animated) &amp; Content">
    <p:bg>
      <p:bgPr>
        <a:solidFill>
          <a:schemeClr val="lt1"/>
        </a:solidFill>
      </p:bgPr>
    </p:bg>
    <p:spTree>
      <p:nvGrpSpPr>
        <p:cNvPr id="120" name="Shape 120"/>
        <p:cNvGrpSpPr/>
        <p:nvPr/>
      </p:nvGrpSpPr>
      <p:grpSpPr>
        <a:xfrm>
          <a:off x="0" y="0"/>
          <a:ext cx="0" cy="0"/>
          <a:chOff x="0" y="0"/>
          <a:chExt cx="0" cy="0"/>
        </a:xfrm>
      </p:grpSpPr>
      <p:sp>
        <p:nvSpPr>
          <p:cNvPr id="121" name="Google Shape;121;p29"/>
          <p:cNvSpPr txBox="1"/>
          <p:nvPr>
            <p:ph type="title"/>
          </p:nvPr>
        </p:nvSpPr>
        <p:spPr>
          <a:xfrm>
            <a:off x="238500" y="-149450"/>
            <a:ext cx="8667000" cy="6207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2100"/>
              <a:buFont typeface="Cambria"/>
              <a:buNone/>
              <a:defRPr sz="2100"/>
            </a:lvl1pPr>
            <a:lvl2pPr lvl="1" algn="l">
              <a:lnSpc>
                <a:spcPct val="100000"/>
              </a:lnSpc>
              <a:spcBef>
                <a:spcPts val="0"/>
              </a:spcBef>
              <a:spcAft>
                <a:spcPts val="0"/>
              </a:spcAft>
              <a:buSzPts val="500"/>
              <a:buNone/>
              <a:defRPr sz="500"/>
            </a:lvl2pPr>
            <a:lvl3pPr lvl="2" algn="l">
              <a:lnSpc>
                <a:spcPct val="100000"/>
              </a:lnSpc>
              <a:spcBef>
                <a:spcPts val="0"/>
              </a:spcBef>
              <a:spcAft>
                <a:spcPts val="0"/>
              </a:spcAft>
              <a:buSzPts val="500"/>
              <a:buNone/>
              <a:defRPr sz="500"/>
            </a:lvl3pPr>
            <a:lvl4pPr lvl="3" algn="l">
              <a:lnSpc>
                <a:spcPct val="100000"/>
              </a:lnSpc>
              <a:spcBef>
                <a:spcPts val="0"/>
              </a:spcBef>
              <a:spcAft>
                <a:spcPts val="0"/>
              </a:spcAft>
              <a:buSzPts val="500"/>
              <a:buNone/>
              <a:defRPr sz="500"/>
            </a:lvl4pPr>
            <a:lvl5pPr lvl="4" algn="l">
              <a:lnSpc>
                <a:spcPct val="100000"/>
              </a:lnSpc>
              <a:spcBef>
                <a:spcPts val="0"/>
              </a:spcBef>
              <a:spcAft>
                <a:spcPts val="0"/>
              </a:spcAft>
              <a:buSzPts val="500"/>
              <a:buNone/>
              <a:defRPr sz="500"/>
            </a:lvl5pPr>
            <a:lvl6pPr lvl="5" algn="l">
              <a:lnSpc>
                <a:spcPct val="100000"/>
              </a:lnSpc>
              <a:spcBef>
                <a:spcPts val="0"/>
              </a:spcBef>
              <a:spcAft>
                <a:spcPts val="0"/>
              </a:spcAft>
              <a:buSzPts val="500"/>
              <a:buNone/>
              <a:defRPr sz="500"/>
            </a:lvl6pPr>
            <a:lvl7pPr lvl="6" algn="l">
              <a:lnSpc>
                <a:spcPct val="100000"/>
              </a:lnSpc>
              <a:spcBef>
                <a:spcPts val="0"/>
              </a:spcBef>
              <a:spcAft>
                <a:spcPts val="0"/>
              </a:spcAft>
              <a:buSzPts val="500"/>
              <a:buNone/>
              <a:defRPr sz="500"/>
            </a:lvl7pPr>
            <a:lvl8pPr lvl="7" algn="l">
              <a:lnSpc>
                <a:spcPct val="100000"/>
              </a:lnSpc>
              <a:spcBef>
                <a:spcPts val="0"/>
              </a:spcBef>
              <a:spcAft>
                <a:spcPts val="0"/>
              </a:spcAft>
              <a:buSzPts val="500"/>
              <a:buNone/>
              <a:defRPr sz="500"/>
            </a:lvl8pPr>
            <a:lvl9pPr lvl="8" algn="l">
              <a:lnSpc>
                <a:spcPct val="100000"/>
              </a:lnSpc>
              <a:spcBef>
                <a:spcPts val="0"/>
              </a:spcBef>
              <a:spcAft>
                <a:spcPts val="0"/>
              </a:spcAft>
              <a:buSzPts val="500"/>
              <a:buNone/>
              <a:defRPr sz="500"/>
            </a:lvl9pPr>
          </a:lstStyle>
          <a:p/>
        </p:txBody>
      </p:sp>
      <p:sp>
        <p:nvSpPr>
          <p:cNvPr id="122" name="Google Shape;122;p29"/>
          <p:cNvSpPr txBox="1"/>
          <p:nvPr>
            <p:ph idx="1" type="body"/>
          </p:nvPr>
        </p:nvSpPr>
        <p:spPr>
          <a:xfrm>
            <a:off x="228600" y="1337310"/>
            <a:ext cx="8667000" cy="3257400"/>
          </a:xfrm>
          <a:prstGeom prst="rect">
            <a:avLst/>
          </a:prstGeom>
          <a:noFill/>
          <a:ln>
            <a:noFill/>
          </a:ln>
        </p:spPr>
        <p:txBody>
          <a:bodyPr anchorCtr="0" anchor="t" bIns="34275" lIns="68575" spcFirstLastPara="1" rIns="68575" wrap="square" tIns="34275">
            <a:normAutofit/>
          </a:bodyPr>
          <a:lstStyle>
            <a:lvl1pPr indent="-387350" lvl="0" marL="457200" algn="l">
              <a:lnSpc>
                <a:spcPct val="115000"/>
              </a:lnSpc>
              <a:spcBef>
                <a:spcPts val="500"/>
              </a:spcBef>
              <a:spcAft>
                <a:spcPts val="0"/>
              </a:spcAft>
              <a:buSzPts val="2500"/>
              <a:buChar char="●"/>
              <a:defRPr sz="2500"/>
            </a:lvl1pPr>
            <a:lvl2pPr indent="-368300" lvl="1" marL="914400" algn="l">
              <a:lnSpc>
                <a:spcPct val="115000"/>
              </a:lnSpc>
              <a:spcBef>
                <a:spcPts val="1200"/>
              </a:spcBef>
              <a:spcAft>
                <a:spcPts val="0"/>
              </a:spcAft>
              <a:buSzPts val="2200"/>
              <a:buChar char="○"/>
              <a:defRPr sz="2200"/>
            </a:lvl2pPr>
            <a:lvl3pPr indent="-342900" lvl="2" marL="1371600" algn="l">
              <a:lnSpc>
                <a:spcPct val="115000"/>
              </a:lnSpc>
              <a:spcBef>
                <a:spcPts val="300"/>
              </a:spcBef>
              <a:spcAft>
                <a:spcPts val="0"/>
              </a:spcAft>
              <a:buSzPts val="1800"/>
              <a:buChar char="■"/>
              <a:defRPr sz="1800"/>
            </a:lvl3pPr>
            <a:lvl4pPr indent="-330200" lvl="3" marL="1828800" algn="l">
              <a:lnSpc>
                <a:spcPct val="115000"/>
              </a:lnSpc>
              <a:spcBef>
                <a:spcPts val="1200"/>
              </a:spcBef>
              <a:spcAft>
                <a:spcPts val="0"/>
              </a:spcAft>
              <a:buSzPts val="1600"/>
              <a:buChar char="●"/>
              <a:defRPr sz="1600"/>
            </a:lvl4pPr>
            <a:lvl5pPr indent="-317500" lvl="4" marL="2286000" algn="l">
              <a:lnSpc>
                <a:spcPct val="115000"/>
              </a:lnSpc>
              <a:spcBef>
                <a:spcPts val="1200"/>
              </a:spcBef>
              <a:spcAft>
                <a:spcPts val="0"/>
              </a:spcAft>
              <a:buSzPts val="1400"/>
              <a:buChar char="○"/>
              <a:defRPr sz="1400"/>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23" name="Google Shape;123;p29"/>
          <p:cNvSpPr txBox="1"/>
          <p:nvPr>
            <p:ph idx="11" type="ftr"/>
          </p:nvPr>
        </p:nvSpPr>
        <p:spPr>
          <a:xfrm>
            <a:off x="3124200" y="4767264"/>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24" name="Google Shape;124;p29">
            <a:hlinkClick action="ppaction://hlinkshowjump?jump=nextslide"/>
          </p:cNvPr>
          <p:cNvSpPr/>
          <p:nvPr/>
        </p:nvSpPr>
        <p:spPr>
          <a:xfrm>
            <a:off x="8621396" y="4781551"/>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125" name="Google Shape;125;p29">
            <a:hlinkClick action="ppaction://hlinkshowjump?jump=previousslide"/>
          </p:cNvPr>
          <p:cNvSpPr/>
          <p:nvPr/>
        </p:nvSpPr>
        <p:spPr>
          <a:xfrm>
            <a:off x="8243452" y="4781550"/>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126" name="Google Shape;126;p29"/>
          <p:cNvSpPr/>
          <p:nvPr/>
        </p:nvSpPr>
        <p:spPr>
          <a:xfrm flipH="1">
            <a:off x="8339525" y="4854702"/>
            <a:ext cx="822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127" name="Google Shape;127;p29"/>
          <p:cNvSpPr/>
          <p:nvPr/>
        </p:nvSpPr>
        <p:spPr>
          <a:xfrm>
            <a:off x="8717371" y="4854702"/>
            <a:ext cx="825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128" name="Google Shape;128;p29"/>
          <p:cNvSpPr txBox="1"/>
          <p:nvPr>
            <p:ph idx="10" type="dt"/>
          </p:nvPr>
        </p:nvSpPr>
        <p:spPr>
          <a:xfrm>
            <a:off x="6553200" y="4766787"/>
            <a:ext cx="1219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29" name="Google Shape;129;p29"/>
          <p:cNvSpPr txBox="1"/>
          <p:nvPr>
            <p:ph idx="12" type="sldNum"/>
          </p:nvPr>
        </p:nvSpPr>
        <p:spPr>
          <a:xfrm>
            <a:off x="152400" y="4766787"/>
            <a:ext cx="2133600" cy="273900"/>
          </a:xfrm>
          <a:prstGeom prst="rect">
            <a:avLst/>
          </a:prstGeom>
          <a:noFill/>
          <a:ln>
            <a:noFill/>
          </a:ln>
        </p:spPr>
        <p:txBody>
          <a:bodyPr anchorCtr="0" anchor="ctr" bIns="34275" lIns="68575" spcFirstLastPara="1" rIns="68575" wrap="square" tIns="34275">
            <a:norm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p:cSld name="Orange">
    <p:bg>
      <p:bgPr>
        <a:solidFill>
          <a:srgbClr val="C90000"/>
        </a:solidFill>
      </p:bgPr>
    </p:bg>
    <p:spTree>
      <p:nvGrpSpPr>
        <p:cNvPr id="130" name="Shape 130"/>
        <p:cNvGrpSpPr/>
        <p:nvPr/>
      </p:nvGrpSpPr>
      <p:grpSpPr>
        <a:xfrm>
          <a:off x="0" y="0"/>
          <a:ext cx="0" cy="0"/>
          <a:chOff x="0" y="0"/>
          <a:chExt cx="0" cy="0"/>
        </a:xfrm>
      </p:grpSpPr>
      <p:sp>
        <p:nvSpPr>
          <p:cNvPr id="131" name="Google Shape;131;p30"/>
          <p:cNvSpPr txBox="1"/>
          <p:nvPr>
            <p:ph idx="1" type="body"/>
          </p:nvPr>
        </p:nvSpPr>
        <p:spPr>
          <a:xfrm>
            <a:off x="3168176" y="3297461"/>
            <a:ext cx="2806800" cy="327000"/>
          </a:xfrm>
          <a:prstGeom prst="rect">
            <a:avLst/>
          </a:prstGeom>
          <a:noFill/>
          <a:ln>
            <a:noFill/>
          </a:ln>
        </p:spPr>
        <p:txBody>
          <a:bodyPr anchorCtr="0" anchor="t" bIns="26725" lIns="53450" spcFirstLastPara="1" rIns="53450" wrap="square" tIns="26725">
            <a:noAutofit/>
          </a:bodyPr>
          <a:lstStyle>
            <a:lvl1pPr indent="-228600" lvl="0" marL="457200" algn="ctr">
              <a:lnSpc>
                <a:spcPct val="115000"/>
              </a:lnSpc>
              <a:spcBef>
                <a:spcPts val="500"/>
              </a:spcBef>
              <a:spcAft>
                <a:spcPts val="0"/>
              </a:spcAft>
              <a:buSzPts val="1300"/>
              <a:buFont typeface="Cambria"/>
              <a:buNone/>
              <a:defRPr i="1" sz="1300">
                <a:solidFill>
                  <a:schemeClr val="lt1"/>
                </a:solidFill>
                <a:latin typeface="Cambria"/>
                <a:ea typeface="Cambria"/>
                <a:cs typeface="Cambria"/>
                <a:sym typeface="Cambria"/>
              </a:defRPr>
            </a:lvl1pPr>
            <a:lvl2pPr indent="-317500" lvl="1" marL="914400" algn="l">
              <a:lnSpc>
                <a:spcPct val="115000"/>
              </a:lnSpc>
              <a:spcBef>
                <a:spcPts val="1200"/>
              </a:spcBef>
              <a:spcAft>
                <a:spcPts val="0"/>
              </a:spcAft>
              <a:buSzPts val="1400"/>
              <a:buChar char="○"/>
              <a:defRPr/>
            </a:lvl2pPr>
            <a:lvl3pPr indent="-317500" lvl="2" marL="1371600" algn="l">
              <a:lnSpc>
                <a:spcPct val="115000"/>
              </a:lnSpc>
              <a:spcBef>
                <a:spcPts val="300"/>
              </a:spcBef>
              <a:spcAft>
                <a:spcPts val="0"/>
              </a:spcAft>
              <a:buSzPts val="1400"/>
              <a:buChar char="■"/>
              <a:defRPr/>
            </a:lvl3pPr>
            <a:lvl4pPr indent="-317500" lvl="3" marL="1828800" algn="l">
              <a:lnSpc>
                <a:spcPct val="115000"/>
              </a:lnSpc>
              <a:spcBef>
                <a:spcPts val="1200"/>
              </a:spcBef>
              <a:spcAft>
                <a:spcPts val="0"/>
              </a:spcAft>
              <a:buSzPts val="1400"/>
              <a:buChar char="●"/>
              <a:defRPr/>
            </a:lvl4pPr>
            <a:lvl5pPr indent="-317500" lvl="4" marL="2286000" algn="l">
              <a:lnSpc>
                <a:spcPct val="115000"/>
              </a:lnSpc>
              <a:spcBef>
                <a:spcPts val="1200"/>
              </a:spcBef>
              <a:spcAft>
                <a:spcPts val="0"/>
              </a:spcAft>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32" name="Google Shape;132;p30"/>
          <p:cNvSpPr txBox="1"/>
          <p:nvPr>
            <p:ph idx="2" type="body"/>
          </p:nvPr>
        </p:nvSpPr>
        <p:spPr>
          <a:xfrm>
            <a:off x="762002" y="2595384"/>
            <a:ext cx="7620000" cy="1073700"/>
          </a:xfrm>
          <a:prstGeom prst="rect">
            <a:avLst/>
          </a:prstGeom>
          <a:noFill/>
          <a:ln>
            <a:noFill/>
          </a:ln>
        </p:spPr>
        <p:txBody>
          <a:bodyPr anchorCtr="0" anchor="t" bIns="26725" lIns="53450" spcFirstLastPara="1" rIns="53450" wrap="square" tIns="26725">
            <a:noAutofit/>
          </a:bodyPr>
          <a:lstStyle>
            <a:lvl1pPr indent="-228600" lvl="0" marL="457200" algn="ctr">
              <a:lnSpc>
                <a:spcPct val="75000"/>
              </a:lnSpc>
              <a:spcBef>
                <a:spcPts val="500"/>
              </a:spcBef>
              <a:spcAft>
                <a:spcPts val="0"/>
              </a:spcAft>
              <a:buClr>
                <a:srgbClr val="8A0000"/>
              </a:buClr>
              <a:buSzPts val="4200"/>
              <a:buFont typeface="Cambria"/>
              <a:buNone/>
              <a:defRPr sz="4200">
                <a:solidFill>
                  <a:srgbClr val="8A0000"/>
                </a:solidFill>
                <a:latin typeface="Cambria"/>
                <a:ea typeface="Cambria"/>
                <a:cs typeface="Cambria"/>
                <a:sym typeface="Cambria"/>
              </a:defRPr>
            </a:lvl1pPr>
            <a:lvl2pPr indent="-317500" lvl="1" marL="914400" algn="l">
              <a:lnSpc>
                <a:spcPct val="115000"/>
              </a:lnSpc>
              <a:spcBef>
                <a:spcPts val="1200"/>
              </a:spcBef>
              <a:spcAft>
                <a:spcPts val="0"/>
              </a:spcAft>
              <a:buClr>
                <a:srgbClr val="8A0000"/>
              </a:buClr>
              <a:buSzPts val="1400"/>
              <a:buChar char="○"/>
              <a:defRPr>
                <a:solidFill>
                  <a:srgbClr val="8A0000"/>
                </a:solidFill>
              </a:defRPr>
            </a:lvl2pPr>
            <a:lvl3pPr indent="-317500" lvl="2" marL="1371600" algn="l">
              <a:lnSpc>
                <a:spcPct val="115000"/>
              </a:lnSpc>
              <a:spcBef>
                <a:spcPts val="300"/>
              </a:spcBef>
              <a:spcAft>
                <a:spcPts val="0"/>
              </a:spcAft>
              <a:buClr>
                <a:srgbClr val="8A0000"/>
              </a:buClr>
              <a:buSzPts val="1400"/>
              <a:buChar char="■"/>
              <a:defRPr>
                <a:solidFill>
                  <a:srgbClr val="8A0000"/>
                </a:solidFill>
              </a:defRPr>
            </a:lvl3pPr>
            <a:lvl4pPr indent="-317500" lvl="3" marL="1828800" algn="l">
              <a:lnSpc>
                <a:spcPct val="115000"/>
              </a:lnSpc>
              <a:spcBef>
                <a:spcPts val="1200"/>
              </a:spcBef>
              <a:spcAft>
                <a:spcPts val="0"/>
              </a:spcAft>
              <a:buClr>
                <a:srgbClr val="8A0000"/>
              </a:buClr>
              <a:buSzPts val="1400"/>
              <a:buChar char="●"/>
              <a:defRPr>
                <a:solidFill>
                  <a:srgbClr val="8A0000"/>
                </a:solidFill>
              </a:defRPr>
            </a:lvl4pPr>
            <a:lvl5pPr indent="-317500" lvl="4" marL="2286000" algn="l">
              <a:lnSpc>
                <a:spcPct val="115000"/>
              </a:lnSpc>
              <a:spcBef>
                <a:spcPts val="1200"/>
              </a:spcBef>
              <a:spcAft>
                <a:spcPts val="0"/>
              </a:spcAft>
              <a:buClr>
                <a:srgbClr val="8A0000"/>
              </a:buClr>
              <a:buSzPts val="1400"/>
              <a:buChar char="○"/>
              <a:defRPr>
                <a:solidFill>
                  <a:srgbClr val="8A0000"/>
                </a:solidFill>
              </a:defRPr>
            </a:lvl5pPr>
            <a:lvl6pPr indent="-317500" lvl="5" marL="2743200" algn="l">
              <a:lnSpc>
                <a:spcPct val="115000"/>
              </a:lnSpc>
              <a:spcBef>
                <a:spcPts val="1200"/>
              </a:spcBef>
              <a:spcAft>
                <a:spcPts val="0"/>
              </a:spcAft>
              <a:buClr>
                <a:srgbClr val="8A0000"/>
              </a:buClr>
              <a:buSzPts val="1400"/>
              <a:buChar char="■"/>
              <a:defRPr>
                <a:solidFill>
                  <a:srgbClr val="8A0000"/>
                </a:solidFill>
              </a:defRPr>
            </a:lvl6pPr>
            <a:lvl7pPr indent="-317500" lvl="6" marL="3200400" algn="l">
              <a:lnSpc>
                <a:spcPct val="115000"/>
              </a:lnSpc>
              <a:spcBef>
                <a:spcPts val="1200"/>
              </a:spcBef>
              <a:spcAft>
                <a:spcPts val="0"/>
              </a:spcAft>
              <a:buClr>
                <a:srgbClr val="8A0000"/>
              </a:buClr>
              <a:buSzPts val="1400"/>
              <a:buChar char="●"/>
              <a:defRPr>
                <a:solidFill>
                  <a:srgbClr val="8A0000"/>
                </a:solidFill>
              </a:defRPr>
            </a:lvl7pPr>
            <a:lvl8pPr indent="-317500" lvl="7" marL="3657600" algn="l">
              <a:lnSpc>
                <a:spcPct val="115000"/>
              </a:lnSpc>
              <a:spcBef>
                <a:spcPts val="1200"/>
              </a:spcBef>
              <a:spcAft>
                <a:spcPts val="0"/>
              </a:spcAft>
              <a:buClr>
                <a:srgbClr val="8A0000"/>
              </a:buClr>
              <a:buSzPts val="1400"/>
              <a:buChar char="○"/>
              <a:defRPr>
                <a:solidFill>
                  <a:srgbClr val="8A0000"/>
                </a:solidFill>
              </a:defRPr>
            </a:lvl8pPr>
            <a:lvl9pPr indent="-317500" lvl="8" marL="4114800" algn="l">
              <a:lnSpc>
                <a:spcPct val="115000"/>
              </a:lnSpc>
              <a:spcBef>
                <a:spcPts val="1200"/>
              </a:spcBef>
              <a:spcAft>
                <a:spcPts val="1200"/>
              </a:spcAft>
              <a:buClr>
                <a:srgbClr val="8A0000"/>
              </a:buClr>
              <a:buSzPts val="1400"/>
              <a:buChar char="■"/>
              <a:defRPr>
                <a:solidFill>
                  <a:srgbClr val="8A0000"/>
                </a:solidFill>
              </a:defRPr>
            </a:lvl9pPr>
          </a:lstStyle>
          <a:p/>
        </p:txBody>
      </p:sp>
      <p:sp>
        <p:nvSpPr>
          <p:cNvPr id="133" name="Google Shape;133;p30"/>
          <p:cNvSpPr/>
          <p:nvPr/>
        </p:nvSpPr>
        <p:spPr>
          <a:xfrm>
            <a:off x="3931920" y="1314450"/>
            <a:ext cx="1280400" cy="1152300"/>
          </a:xfrm>
          <a:prstGeom prst="ellipse">
            <a:avLst/>
          </a:prstGeom>
          <a:solidFill>
            <a:srgbClr val="262626"/>
          </a:solidFill>
          <a:ln cap="flat" cmpd="sng" w="57150">
            <a:solidFill>
              <a:schemeClr val="lt1"/>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32075" lIns="64125" spcFirstLastPara="1" rIns="64125" wrap="square" tIns="32075">
            <a:noAutofit/>
          </a:bodyPr>
          <a:lstStyle/>
          <a:p>
            <a:pPr indent="0" lvl="0" marL="0" marR="0" rtl="0" algn="ctr">
              <a:lnSpc>
                <a:spcPct val="100000"/>
              </a:lnSpc>
              <a:spcBef>
                <a:spcPts val="0"/>
              </a:spcBef>
              <a:spcAft>
                <a:spcPts val="0"/>
              </a:spcAft>
              <a:buClr>
                <a:srgbClr val="000000"/>
              </a:buClr>
              <a:buSzPts val="4600"/>
              <a:buFont typeface="Arial"/>
              <a:buNone/>
            </a:pPr>
            <a:r>
              <a:t/>
            </a:r>
            <a:endParaRPr b="0" i="0" sz="4600" u="none" cap="none" strike="noStrike">
              <a:solidFill>
                <a:srgbClr val="FFFFFF"/>
              </a:solidFill>
              <a:latin typeface="Cambria"/>
              <a:ea typeface="Cambria"/>
              <a:cs typeface="Cambria"/>
              <a:sym typeface="Cambria"/>
            </a:endParaRPr>
          </a:p>
        </p:txBody>
      </p:sp>
      <p:pic>
        <p:nvPicPr>
          <p:cNvPr id="134" name="Google Shape;134;p30"/>
          <p:cNvPicPr preferRelativeResize="0"/>
          <p:nvPr/>
        </p:nvPicPr>
        <p:blipFill rotWithShape="1">
          <a:blip r:embed="rId2">
            <a:alphaModFix/>
          </a:blip>
          <a:srcRect b="0" l="0" r="0" t="0"/>
          <a:stretch/>
        </p:blipFill>
        <p:spPr>
          <a:xfrm>
            <a:off x="3931920" y="1163581"/>
            <a:ext cx="1678701" cy="1472977"/>
          </a:xfrm>
          <a:prstGeom prst="rect">
            <a:avLst/>
          </a:prstGeom>
          <a:noFill/>
          <a:ln>
            <a:noFill/>
          </a:ln>
        </p:spPr>
      </p:pic>
      <p:pic>
        <p:nvPicPr>
          <p:cNvPr id="135" name="Google Shape;135;p30"/>
          <p:cNvPicPr preferRelativeResize="0"/>
          <p:nvPr/>
        </p:nvPicPr>
        <p:blipFill rotWithShape="1">
          <a:blip r:embed="rId3">
            <a:alphaModFix/>
          </a:blip>
          <a:srcRect b="0" l="0" r="0" t="0"/>
          <a:stretch/>
        </p:blipFill>
        <p:spPr>
          <a:xfrm>
            <a:off x="3645790" y="1210799"/>
            <a:ext cx="1852421" cy="14844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500"/>
                                  </p:stCondLst>
                                  <p:childTnLst>
                                    <p:set>
                                      <p:cBhvr>
                                        <p:cTn dur="1" fill="hold">
                                          <p:stCondLst>
                                            <p:cond delay="0"/>
                                          </p:stCondLst>
                                        </p:cTn>
                                        <p:tgtEl>
                                          <p:spTgt spid="131">
                                            <p:txEl>
                                              <p:pRg end="0" st="0"/>
                                            </p:txEl>
                                          </p:spTgt>
                                        </p:tgtEl>
                                        <p:attrNameLst>
                                          <p:attrName>style.visibility</p:attrName>
                                        </p:attrNameLst>
                                      </p:cBhvr>
                                      <p:to>
                                        <p:strVal val="visible"/>
                                      </p:to>
                                    </p:set>
                                    <p:anim calcmode="lin" valueType="num">
                                      <p:cBhvr additive="base">
                                        <p:cTn dur="750"/>
                                        <p:tgtEl>
                                          <p:spTgt spid="131">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1" st="1"/>
                                            </p:txEl>
                                          </p:spTgt>
                                        </p:tgtEl>
                                        <p:attrNameLst>
                                          <p:attrName>style.visibility</p:attrName>
                                        </p:attrNameLst>
                                      </p:cBhvr>
                                      <p:to>
                                        <p:strVal val="visible"/>
                                      </p:to>
                                    </p:set>
                                    <p:anim calcmode="lin" valueType="num">
                                      <p:cBhvr additive="base">
                                        <p:cTn dur="750"/>
                                        <p:tgtEl>
                                          <p:spTgt spid="131">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2" st="2"/>
                                            </p:txEl>
                                          </p:spTgt>
                                        </p:tgtEl>
                                        <p:attrNameLst>
                                          <p:attrName>style.visibility</p:attrName>
                                        </p:attrNameLst>
                                      </p:cBhvr>
                                      <p:to>
                                        <p:strVal val="visible"/>
                                      </p:to>
                                    </p:set>
                                    <p:anim calcmode="lin" valueType="num">
                                      <p:cBhvr additive="base">
                                        <p:cTn dur="750"/>
                                        <p:tgtEl>
                                          <p:spTgt spid="131">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3" st="3"/>
                                            </p:txEl>
                                          </p:spTgt>
                                        </p:tgtEl>
                                        <p:attrNameLst>
                                          <p:attrName>style.visibility</p:attrName>
                                        </p:attrNameLst>
                                      </p:cBhvr>
                                      <p:to>
                                        <p:strVal val="visible"/>
                                      </p:to>
                                    </p:set>
                                    <p:anim calcmode="lin" valueType="num">
                                      <p:cBhvr additive="base">
                                        <p:cTn dur="750"/>
                                        <p:tgtEl>
                                          <p:spTgt spid="131">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4" st="4"/>
                                            </p:txEl>
                                          </p:spTgt>
                                        </p:tgtEl>
                                        <p:attrNameLst>
                                          <p:attrName>style.visibility</p:attrName>
                                        </p:attrNameLst>
                                      </p:cBhvr>
                                      <p:to>
                                        <p:strVal val="visible"/>
                                      </p:to>
                                    </p:set>
                                    <p:anim calcmode="lin" valueType="num">
                                      <p:cBhvr additive="base">
                                        <p:cTn dur="750"/>
                                        <p:tgtEl>
                                          <p:spTgt spid="131">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5" st="5"/>
                                            </p:txEl>
                                          </p:spTgt>
                                        </p:tgtEl>
                                        <p:attrNameLst>
                                          <p:attrName>style.visibility</p:attrName>
                                        </p:attrNameLst>
                                      </p:cBhvr>
                                      <p:to>
                                        <p:strVal val="visible"/>
                                      </p:to>
                                    </p:set>
                                    <p:anim calcmode="lin" valueType="num">
                                      <p:cBhvr additive="base">
                                        <p:cTn dur="750"/>
                                        <p:tgtEl>
                                          <p:spTgt spid="131">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6" st="6"/>
                                            </p:txEl>
                                          </p:spTgt>
                                        </p:tgtEl>
                                        <p:attrNameLst>
                                          <p:attrName>style.visibility</p:attrName>
                                        </p:attrNameLst>
                                      </p:cBhvr>
                                      <p:to>
                                        <p:strVal val="visible"/>
                                      </p:to>
                                    </p:set>
                                    <p:anim calcmode="lin" valueType="num">
                                      <p:cBhvr additive="base">
                                        <p:cTn dur="750"/>
                                        <p:tgtEl>
                                          <p:spTgt spid="131">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7" st="7"/>
                                            </p:txEl>
                                          </p:spTgt>
                                        </p:tgtEl>
                                        <p:attrNameLst>
                                          <p:attrName>style.visibility</p:attrName>
                                        </p:attrNameLst>
                                      </p:cBhvr>
                                      <p:to>
                                        <p:strVal val="visible"/>
                                      </p:to>
                                    </p:set>
                                    <p:anim calcmode="lin" valueType="num">
                                      <p:cBhvr additive="base">
                                        <p:cTn dur="750"/>
                                        <p:tgtEl>
                                          <p:spTgt spid="131">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31">
                                            <p:txEl>
                                              <p:pRg end="8" st="8"/>
                                            </p:txEl>
                                          </p:spTgt>
                                        </p:tgtEl>
                                        <p:attrNameLst>
                                          <p:attrName>style.visibility</p:attrName>
                                        </p:attrNameLst>
                                      </p:cBhvr>
                                      <p:to>
                                        <p:strVal val="visible"/>
                                      </p:to>
                                    </p:set>
                                    <p:anim calcmode="lin" valueType="num">
                                      <p:cBhvr additive="base">
                                        <p:cTn dur="750"/>
                                        <p:tgtEl>
                                          <p:spTgt spid="131">
                                            <p:txEl>
                                              <p:pRg end="8" st="8"/>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0" st="0"/>
                                            </p:txEl>
                                          </p:spTgt>
                                        </p:tgtEl>
                                        <p:attrNameLst>
                                          <p:attrName>style.visibility</p:attrName>
                                        </p:attrNameLst>
                                      </p:cBhvr>
                                      <p:to>
                                        <p:strVal val="visible"/>
                                      </p:to>
                                    </p:set>
                                    <p:anim calcmode="lin" valueType="num">
                                      <p:cBhvr additive="base">
                                        <p:cTn dur="750"/>
                                        <p:tgtEl>
                                          <p:spTgt spid="132">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1" st="1"/>
                                            </p:txEl>
                                          </p:spTgt>
                                        </p:tgtEl>
                                        <p:attrNameLst>
                                          <p:attrName>style.visibility</p:attrName>
                                        </p:attrNameLst>
                                      </p:cBhvr>
                                      <p:to>
                                        <p:strVal val="visible"/>
                                      </p:to>
                                    </p:set>
                                    <p:anim calcmode="lin" valueType="num">
                                      <p:cBhvr additive="base">
                                        <p:cTn dur="750"/>
                                        <p:tgtEl>
                                          <p:spTgt spid="132">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2" st="2"/>
                                            </p:txEl>
                                          </p:spTgt>
                                        </p:tgtEl>
                                        <p:attrNameLst>
                                          <p:attrName>style.visibility</p:attrName>
                                        </p:attrNameLst>
                                      </p:cBhvr>
                                      <p:to>
                                        <p:strVal val="visible"/>
                                      </p:to>
                                    </p:set>
                                    <p:anim calcmode="lin" valueType="num">
                                      <p:cBhvr additive="base">
                                        <p:cTn dur="750"/>
                                        <p:tgtEl>
                                          <p:spTgt spid="132">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3" st="3"/>
                                            </p:txEl>
                                          </p:spTgt>
                                        </p:tgtEl>
                                        <p:attrNameLst>
                                          <p:attrName>style.visibility</p:attrName>
                                        </p:attrNameLst>
                                      </p:cBhvr>
                                      <p:to>
                                        <p:strVal val="visible"/>
                                      </p:to>
                                    </p:set>
                                    <p:anim calcmode="lin" valueType="num">
                                      <p:cBhvr additive="base">
                                        <p:cTn dur="750"/>
                                        <p:tgtEl>
                                          <p:spTgt spid="132">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4" st="4"/>
                                            </p:txEl>
                                          </p:spTgt>
                                        </p:tgtEl>
                                        <p:attrNameLst>
                                          <p:attrName>style.visibility</p:attrName>
                                        </p:attrNameLst>
                                      </p:cBhvr>
                                      <p:to>
                                        <p:strVal val="visible"/>
                                      </p:to>
                                    </p:set>
                                    <p:anim calcmode="lin" valueType="num">
                                      <p:cBhvr additive="base">
                                        <p:cTn dur="750"/>
                                        <p:tgtEl>
                                          <p:spTgt spid="132">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5" st="5"/>
                                            </p:txEl>
                                          </p:spTgt>
                                        </p:tgtEl>
                                        <p:attrNameLst>
                                          <p:attrName>style.visibility</p:attrName>
                                        </p:attrNameLst>
                                      </p:cBhvr>
                                      <p:to>
                                        <p:strVal val="visible"/>
                                      </p:to>
                                    </p:set>
                                    <p:anim calcmode="lin" valueType="num">
                                      <p:cBhvr additive="base">
                                        <p:cTn dur="750"/>
                                        <p:tgtEl>
                                          <p:spTgt spid="132">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6" st="6"/>
                                            </p:txEl>
                                          </p:spTgt>
                                        </p:tgtEl>
                                        <p:attrNameLst>
                                          <p:attrName>style.visibility</p:attrName>
                                        </p:attrNameLst>
                                      </p:cBhvr>
                                      <p:to>
                                        <p:strVal val="visible"/>
                                      </p:to>
                                    </p:set>
                                    <p:anim calcmode="lin" valueType="num">
                                      <p:cBhvr additive="base">
                                        <p:cTn dur="750"/>
                                        <p:tgtEl>
                                          <p:spTgt spid="132">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7" st="7"/>
                                            </p:txEl>
                                          </p:spTgt>
                                        </p:tgtEl>
                                        <p:attrNameLst>
                                          <p:attrName>style.visibility</p:attrName>
                                        </p:attrNameLst>
                                      </p:cBhvr>
                                      <p:to>
                                        <p:strVal val="visible"/>
                                      </p:to>
                                    </p:set>
                                    <p:anim calcmode="lin" valueType="num">
                                      <p:cBhvr additive="base">
                                        <p:cTn dur="750"/>
                                        <p:tgtEl>
                                          <p:spTgt spid="132">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32">
                                            <p:txEl>
                                              <p:pRg end="8" st="8"/>
                                            </p:txEl>
                                          </p:spTgt>
                                        </p:tgtEl>
                                        <p:attrNameLst>
                                          <p:attrName>style.visibility</p:attrName>
                                        </p:attrNameLst>
                                      </p:cBhvr>
                                      <p:to>
                                        <p:strVal val="visible"/>
                                      </p:to>
                                    </p:set>
                                    <p:anim calcmode="lin" valueType="num">
                                      <p:cBhvr additive="base">
                                        <p:cTn dur="750"/>
                                        <p:tgtEl>
                                          <p:spTgt spid="13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p:cSld name="Title &amp; Label">
    <p:bg>
      <p:bgPr>
        <a:solidFill>
          <a:schemeClr val="lt1"/>
        </a:solidFill>
      </p:bgPr>
    </p:bg>
    <p:spTree>
      <p:nvGrpSpPr>
        <p:cNvPr id="136" name="Shape 136"/>
        <p:cNvGrpSpPr/>
        <p:nvPr/>
      </p:nvGrpSpPr>
      <p:grpSpPr>
        <a:xfrm>
          <a:off x="0" y="0"/>
          <a:ext cx="0" cy="0"/>
          <a:chOff x="0" y="0"/>
          <a:chExt cx="0" cy="0"/>
        </a:xfrm>
      </p:grpSpPr>
      <p:sp>
        <p:nvSpPr>
          <p:cNvPr id="137" name="Google Shape;137;p31"/>
          <p:cNvSpPr txBox="1"/>
          <p:nvPr>
            <p:ph type="title"/>
          </p:nvPr>
        </p:nvSpPr>
        <p:spPr>
          <a:xfrm>
            <a:off x="238500" y="-76125"/>
            <a:ext cx="8667000" cy="547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2200"/>
              <a:buFont typeface="Cambria"/>
              <a:buNone/>
              <a:defRPr/>
            </a:lvl1pPr>
            <a:lvl2pPr lvl="1" algn="l">
              <a:lnSpc>
                <a:spcPct val="100000"/>
              </a:lnSpc>
              <a:spcBef>
                <a:spcPts val="0"/>
              </a:spcBef>
              <a:spcAft>
                <a:spcPts val="0"/>
              </a:spcAft>
              <a:buSzPts val="600"/>
              <a:buNone/>
              <a:defRPr sz="600"/>
            </a:lvl2pPr>
            <a:lvl3pPr lvl="2" algn="l">
              <a:lnSpc>
                <a:spcPct val="100000"/>
              </a:lnSpc>
              <a:spcBef>
                <a:spcPts val="0"/>
              </a:spcBef>
              <a:spcAft>
                <a:spcPts val="0"/>
              </a:spcAft>
              <a:buSzPts val="600"/>
              <a:buNone/>
              <a:defRPr sz="600"/>
            </a:lvl3pPr>
            <a:lvl4pPr lvl="3" algn="l">
              <a:lnSpc>
                <a:spcPct val="100000"/>
              </a:lnSpc>
              <a:spcBef>
                <a:spcPts val="0"/>
              </a:spcBef>
              <a:spcAft>
                <a:spcPts val="0"/>
              </a:spcAft>
              <a:buSzPts val="600"/>
              <a:buNone/>
              <a:defRPr sz="600"/>
            </a:lvl4pPr>
            <a:lvl5pPr lvl="4" algn="l">
              <a:lnSpc>
                <a:spcPct val="100000"/>
              </a:lnSpc>
              <a:spcBef>
                <a:spcPts val="0"/>
              </a:spcBef>
              <a:spcAft>
                <a:spcPts val="0"/>
              </a:spcAft>
              <a:buSzPts val="600"/>
              <a:buNone/>
              <a:defRPr sz="600"/>
            </a:lvl5pPr>
            <a:lvl6pPr lvl="5" algn="l">
              <a:lnSpc>
                <a:spcPct val="100000"/>
              </a:lnSpc>
              <a:spcBef>
                <a:spcPts val="0"/>
              </a:spcBef>
              <a:spcAft>
                <a:spcPts val="0"/>
              </a:spcAft>
              <a:buSzPts val="600"/>
              <a:buNone/>
              <a:defRPr sz="600"/>
            </a:lvl6pPr>
            <a:lvl7pPr lvl="6" algn="l">
              <a:lnSpc>
                <a:spcPct val="100000"/>
              </a:lnSpc>
              <a:spcBef>
                <a:spcPts val="0"/>
              </a:spcBef>
              <a:spcAft>
                <a:spcPts val="0"/>
              </a:spcAft>
              <a:buSzPts val="600"/>
              <a:buNone/>
              <a:defRPr sz="600"/>
            </a:lvl7pPr>
            <a:lvl8pPr lvl="7" algn="l">
              <a:lnSpc>
                <a:spcPct val="100000"/>
              </a:lnSpc>
              <a:spcBef>
                <a:spcPts val="0"/>
              </a:spcBef>
              <a:spcAft>
                <a:spcPts val="0"/>
              </a:spcAft>
              <a:buSzPts val="600"/>
              <a:buNone/>
              <a:defRPr sz="600"/>
            </a:lvl8pPr>
            <a:lvl9pPr lvl="8" algn="l">
              <a:lnSpc>
                <a:spcPct val="100000"/>
              </a:lnSpc>
              <a:spcBef>
                <a:spcPts val="0"/>
              </a:spcBef>
              <a:spcAft>
                <a:spcPts val="0"/>
              </a:spcAft>
              <a:buSzPts val="600"/>
              <a:buNone/>
              <a:defRPr sz="600"/>
            </a:lvl9pPr>
          </a:lstStyle>
          <a:p/>
        </p:txBody>
      </p:sp>
      <p:sp>
        <p:nvSpPr>
          <p:cNvPr id="138" name="Google Shape;138;p31"/>
          <p:cNvSpPr txBox="1"/>
          <p:nvPr>
            <p:ph idx="11" type="ftr"/>
          </p:nvPr>
        </p:nvSpPr>
        <p:spPr>
          <a:xfrm>
            <a:off x="3124200" y="4767264"/>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39" name="Google Shape;139;p31">
            <a:hlinkClick action="ppaction://hlinkshowjump?jump=nextslide"/>
          </p:cNvPr>
          <p:cNvSpPr/>
          <p:nvPr/>
        </p:nvSpPr>
        <p:spPr>
          <a:xfrm>
            <a:off x="8621396" y="4781551"/>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140" name="Google Shape;140;p31">
            <a:hlinkClick action="ppaction://hlinkshowjump?jump=previousslide"/>
          </p:cNvPr>
          <p:cNvSpPr/>
          <p:nvPr/>
        </p:nvSpPr>
        <p:spPr>
          <a:xfrm>
            <a:off x="8243452" y="4781550"/>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141" name="Google Shape;141;p31"/>
          <p:cNvSpPr/>
          <p:nvPr/>
        </p:nvSpPr>
        <p:spPr>
          <a:xfrm flipH="1">
            <a:off x="8339525" y="4854702"/>
            <a:ext cx="822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142" name="Google Shape;142;p31"/>
          <p:cNvSpPr/>
          <p:nvPr/>
        </p:nvSpPr>
        <p:spPr>
          <a:xfrm>
            <a:off x="8717371" y="4854702"/>
            <a:ext cx="825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143" name="Google Shape;143;p31"/>
          <p:cNvSpPr txBox="1"/>
          <p:nvPr>
            <p:ph idx="10" type="dt"/>
          </p:nvPr>
        </p:nvSpPr>
        <p:spPr>
          <a:xfrm>
            <a:off x="6553200" y="4766787"/>
            <a:ext cx="1219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44" name="Google Shape;144;p31"/>
          <p:cNvSpPr txBox="1"/>
          <p:nvPr>
            <p:ph idx="12" type="sldNum"/>
          </p:nvPr>
        </p:nvSpPr>
        <p:spPr>
          <a:xfrm>
            <a:off x="152400" y="4766787"/>
            <a:ext cx="2133600" cy="273900"/>
          </a:xfrm>
          <a:prstGeom prst="rect">
            <a:avLst/>
          </a:prstGeom>
          <a:noFill/>
          <a:ln>
            <a:noFill/>
          </a:ln>
        </p:spPr>
        <p:txBody>
          <a:bodyPr anchorCtr="0" anchor="ctr" bIns="34275" lIns="68575" spcFirstLastPara="1" rIns="68575" wrap="square" tIns="34275">
            <a:norm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Animated)">
  <p:cSld name="Title &amp; Label (Animated)">
    <p:bg>
      <p:bgPr>
        <a:solidFill>
          <a:schemeClr val="lt1"/>
        </a:solidFill>
      </p:bgPr>
    </p:bg>
    <p:spTree>
      <p:nvGrpSpPr>
        <p:cNvPr id="145" name="Shape 145"/>
        <p:cNvGrpSpPr/>
        <p:nvPr/>
      </p:nvGrpSpPr>
      <p:grpSpPr>
        <a:xfrm>
          <a:off x="0" y="0"/>
          <a:ext cx="0" cy="0"/>
          <a:chOff x="0" y="0"/>
          <a:chExt cx="0" cy="0"/>
        </a:xfrm>
      </p:grpSpPr>
      <p:sp>
        <p:nvSpPr>
          <p:cNvPr id="146" name="Google Shape;146;p32"/>
          <p:cNvSpPr txBox="1"/>
          <p:nvPr>
            <p:ph type="title"/>
          </p:nvPr>
        </p:nvSpPr>
        <p:spPr>
          <a:xfrm>
            <a:off x="238500" y="-97075"/>
            <a:ext cx="8667000" cy="589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2500"/>
              <a:buFont typeface="Cambria"/>
              <a:buNone/>
              <a:defRPr sz="2500"/>
            </a:lvl1pPr>
            <a:lvl2pPr lvl="1" algn="l">
              <a:lnSpc>
                <a:spcPct val="100000"/>
              </a:lnSpc>
              <a:spcBef>
                <a:spcPts val="0"/>
              </a:spcBef>
              <a:spcAft>
                <a:spcPts val="0"/>
              </a:spcAft>
              <a:buSzPts val="900"/>
              <a:buNone/>
              <a:defRPr sz="900"/>
            </a:lvl2pPr>
            <a:lvl3pPr lvl="2" algn="l">
              <a:lnSpc>
                <a:spcPct val="100000"/>
              </a:lnSpc>
              <a:spcBef>
                <a:spcPts val="0"/>
              </a:spcBef>
              <a:spcAft>
                <a:spcPts val="0"/>
              </a:spcAft>
              <a:buSzPts val="900"/>
              <a:buNone/>
              <a:defRPr sz="900"/>
            </a:lvl3pPr>
            <a:lvl4pPr lvl="3" algn="l">
              <a:lnSpc>
                <a:spcPct val="100000"/>
              </a:lnSpc>
              <a:spcBef>
                <a:spcPts val="0"/>
              </a:spcBef>
              <a:spcAft>
                <a:spcPts val="0"/>
              </a:spcAft>
              <a:buSzPts val="900"/>
              <a:buNone/>
              <a:defRPr sz="900"/>
            </a:lvl4pPr>
            <a:lvl5pPr lvl="4" algn="l">
              <a:lnSpc>
                <a:spcPct val="100000"/>
              </a:lnSpc>
              <a:spcBef>
                <a:spcPts val="0"/>
              </a:spcBef>
              <a:spcAft>
                <a:spcPts val="0"/>
              </a:spcAft>
              <a:buSzPts val="900"/>
              <a:buNone/>
              <a:defRPr sz="900"/>
            </a:lvl5pPr>
            <a:lvl6pPr lvl="5" algn="l">
              <a:lnSpc>
                <a:spcPct val="100000"/>
              </a:lnSpc>
              <a:spcBef>
                <a:spcPts val="0"/>
              </a:spcBef>
              <a:spcAft>
                <a:spcPts val="0"/>
              </a:spcAft>
              <a:buSzPts val="900"/>
              <a:buNone/>
              <a:defRPr sz="900"/>
            </a:lvl6pPr>
            <a:lvl7pPr lvl="6" algn="l">
              <a:lnSpc>
                <a:spcPct val="100000"/>
              </a:lnSpc>
              <a:spcBef>
                <a:spcPts val="0"/>
              </a:spcBef>
              <a:spcAft>
                <a:spcPts val="0"/>
              </a:spcAft>
              <a:buSzPts val="900"/>
              <a:buNone/>
              <a:defRPr sz="900"/>
            </a:lvl7pPr>
            <a:lvl8pPr lvl="7" algn="l">
              <a:lnSpc>
                <a:spcPct val="100000"/>
              </a:lnSpc>
              <a:spcBef>
                <a:spcPts val="0"/>
              </a:spcBef>
              <a:spcAft>
                <a:spcPts val="0"/>
              </a:spcAft>
              <a:buSzPts val="900"/>
              <a:buNone/>
              <a:defRPr sz="900"/>
            </a:lvl8pPr>
            <a:lvl9pPr lvl="8" algn="l">
              <a:lnSpc>
                <a:spcPct val="100000"/>
              </a:lnSpc>
              <a:spcBef>
                <a:spcPts val="0"/>
              </a:spcBef>
              <a:spcAft>
                <a:spcPts val="0"/>
              </a:spcAft>
              <a:buSzPts val="900"/>
              <a:buNone/>
              <a:defRPr sz="900"/>
            </a:lvl9pPr>
          </a:lstStyle>
          <a:p/>
        </p:txBody>
      </p:sp>
      <p:sp>
        <p:nvSpPr>
          <p:cNvPr id="147" name="Google Shape;147;p32"/>
          <p:cNvSpPr txBox="1"/>
          <p:nvPr>
            <p:ph idx="11" type="ftr"/>
          </p:nvPr>
        </p:nvSpPr>
        <p:spPr>
          <a:xfrm>
            <a:off x="3124200" y="4767264"/>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48" name="Google Shape;148;p32">
            <a:hlinkClick action="ppaction://hlinkshowjump?jump=nextslide"/>
          </p:cNvPr>
          <p:cNvSpPr/>
          <p:nvPr/>
        </p:nvSpPr>
        <p:spPr>
          <a:xfrm>
            <a:off x="8621396" y="4781551"/>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149" name="Google Shape;149;p32">
            <a:hlinkClick action="ppaction://hlinkshowjump?jump=previousslide"/>
          </p:cNvPr>
          <p:cNvSpPr/>
          <p:nvPr/>
        </p:nvSpPr>
        <p:spPr>
          <a:xfrm>
            <a:off x="8243452" y="4781550"/>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150" name="Google Shape;150;p32"/>
          <p:cNvSpPr/>
          <p:nvPr/>
        </p:nvSpPr>
        <p:spPr>
          <a:xfrm flipH="1">
            <a:off x="8339525" y="4854702"/>
            <a:ext cx="822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151" name="Google Shape;151;p32"/>
          <p:cNvSpPr/>
          <p:nvPr/>
        </p:nvSpPr>
        <p:spPr>
          <a:xfrm>
            <a:off x="8717371" y="4854702"/>
            <a:ext cx="825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152" name="Google Shape;152;p32"/>
          <p:cNvSpPr txBox="1"/>
          <p:nvPr>
            <p:ph idx="10" type="dt"/>
          </p:nvPr>
        </p:nvSpPr>
        <p:spPr>
          <a:xfrm>
            <a:off x="6553200" y="4766787"/>
            <a:ext cx="1219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53" name="Google Shape;153;p32"/>
          <p:cNvSpPr txBox="1"/>
          <p:nvPr>
            <p:ph idx="12" type="sldNum"/>
          </p:nvPr>
        </p:nvSpPr>
        <p:spPr>
          <a:xfrm>
            <a:off x="152400" y="4766787"/>
            <a:ext cx="2133600" cy="273900"/>
          </a:xfrm>
          <a:prstGeom prst="rect">
            <a:avLst/>
          </a:prstGeom>
          <a:noFill/>
          <a:ln>
            <a:noFill/>
          </a:ln>
        </p:spPr>
        <p:txBody>
          <a:bodyPr anchorCtr="0" anchor="ctr" bIns="34275" lIns="68575" spcFirstLastPara="1" rIns="68575" wrap="square" tIns="34275">
            <a:norm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5" name="Shape 155"/>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2" name="Shape 162"/>
        <p:cNvGrpSpPr/>
        <p:nvPr/>
      </p:nvGrpSpPr>
      <p:grpSpPr>
        <a:xfrm>
          <a:off x="0" y="0"/>
          <a:ext cx="0" cy="0"/>
          <a:chOff x="0" y="0"/>
          <a:chExt cx="0" cy="0"/>
        </a:xfrm>
      </p:grpSpPr>
      <p:sp>
        <p:nvSpPr>
          <p:cNvPr id="163" name="Google Shape;163;p3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164" name="Google Shape;164;p36"/>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5" name="Google Shape;165;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6" name="Shape 166"/>
        <p:cNvGrpSpPr/>
        <p:nvPr/>
      </p:nvGrpSpPr>
      <p:grpSpPr>
        <a:xfrm>
          <a:off x="0" y="0"/>
          <a:ext cx="0" cy="0"/>
          <a:chOff x="0" y="0"/>
          <a:chExt cx="0" cy="0"/>
        </a:xfrm>
      </p:grpSpPr>
      <p:sp>
        <p:nvSpPr>
          <p:cNvPr id="167" name="Google Shape;167;p3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68" name="Google Shape;168;p37"/>
          <p:cNvSpPr txBox="1"/>
          <p:nvPr>
            <p:ph idx="1" type="subTitle"/>
          </p:nvPr>
        </p:nvSpPr>
        <p:spPr>
          <a:xfrm>
            <a:off x="311700" y="200457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9" name="Google Shape;16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0" name="Shape 170"/>
        <p:cNvGrpSpPr/>
        <p:nvPr/>
      </p:nvGrpSpPr>
      <p:grpSpPr>
        <a:xfrm>
          <a:off x="0" y="0"/>
          <a:ext cx="0" cy="0"/>
          <a:chOff x="0" y="0"/>
          <a:chExt cx="0" cy="0"/>
        </a:xfrm>
      </p:grpSpPr>
      <p:sp>
        <p:nvSpPr>
          <p:cNvPr id="171" name="Google Shape;171;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2" name="Google Shape;17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3" name="Shape 173"/>
        <p:cNvGrpSpPr/>
        <p:nvPr/>
      </p:nvGrpSpPr>
      <p:grpSpPr>
        <a:xfrm>
          <a:off x="0" y="0"/>
          <a:ext cx="0" cy="0"/>
          <a:chOff x="0" y="0"/>
          <a:chExt cx="0" cy="0"/>
        </a:xfrm>
      </p:grpSpPr>
      <p:sp>
        <p:nvSpPr>
          <p:cNvPr id="174" name="Google Shape;174;p3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175" name="Google Shape;175;p3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6" name="Google Shape;176;p3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7" name="Google Shape;17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 name="Shape 178"/>
        <p:cNvGrpSpPr/>
        <p:nvPr/>
      </p:nvGrpSpPr>
      <p:grpSpPr>
        <a:xfrm>
          <a:off x="0" y="0"/>
          <a:ext cx="0" cy="0"/>
          <a:chOff x="0" y="0"/>
          <a:chExt cx="0" cy="0"/>
        </a:xfrm>
      </p:grpSpPr>
      <p:sp>
        <p:nvSpPr>
          <p:cNvPr id="179" name="Google Shape;179;p4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180" name="Google Shape;18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1" name="Shape 181"/>
        <p:cNvGrpSpPr/>
        <p:nvPr/>
      </p:nvGrpSpPr>
      <p:grpSpPr>
        <a:xfrm>
          <a:off x="0" y="0"/>
          <a:ext cx="0" cy="0"/>
          <a:chOff x="0" y="0"/>
          <a:chExt cx="0" cy="0"/>
        </a:xfrm>
      </p:grpSpPr>
      <p:sp>
        <p:nvSpPr>
          <p:cNvPr id="182" name="Google Shape;182;p4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83" name="Google Shape;183;p4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4" name="Google Shape;18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5" name="Shape 185"/>
        <p:cNvGrpSpPr/>
        <p:nvPr/>
      </p:nvGrpSpPr>
      <p:grpSpPr>
        <a:xfrm>
          <a:off x="0" y="0"/>
          <a:ext cx="0" cy="0"/>
          <a:chOff x="0" y="0"/>
          <a:chExt cx="0" cy="0"/>
        </a:xfrm>
      </p:grpSpPr>
      <p:sp>
        <p:nvSpPr>
          <p:cNvPr id="186" name="Google Shape;186;p4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87" name="Google Shape;18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8" name="Shape 188"/>
        <p:cNvGrpSpPr/>
        <p:nvPr/>
      </p:nvGrpSpPr>
      <p:grpSpPr>
        <a:xfrm>
          <a:off x="0" y="0"/>
          <a:ext cx="0" cy="0"/>
          <a:chOff x="0" y="0"/>
          <a:chExt cx="0" cy="0"/>
        </a:xfrm>
      </p:grpSpPr>
      <p:sp>
        <p:nvSpPr>
          <p:cNvPr id="189" name="Google Shape;189;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4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91" name="Google Shape;191;p4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2" name="Google Shape;192;p4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3" name="Google Shape;193;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4" name="Shape 194"/>
        <p:cNvGrpSpPr/>
        <p:nvPr/>
      </p:nvGrpSpPr>
      <p:grpSpPr>
        <a:xfrm>
          <a:off x="0" y="0"/>
          <a:ext cx="0" cy="0"/>
          <a:chOff x="0" y="0"/>
          <a:chExt cx="0" cy="0"/>
        </a:xfrm>
      </p:grpSpPr>
      <p:sp>
        <p:nvSpPr>
          <p:cNvPr id="195" name="Google Shape;195;p4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96" name="Google Shape;19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7" name="Shape 197"/>
        <p:cNvGrpSpPr/>
        <p:nvPr/>
      </p:nvGrpSpPr>
      <p:grpSpPr>
        <a:xfrm>
          <a:off x="0" y="0"/>
          <a:ext cx="0" cy="0"/>
          <a:chOff x="0" y="0"/>
          <a:chExt cx="0" cy="0"/>
        </a:xfrm>
      </p:grpSpPr>
      <p:sp>
        <p:nvSpPr>
          <p:cNvPr id="198" name="Google Shape;198;p4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99" name="Google Shape;199;p4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00" name="Google Shape;20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1" name="Shape 201"/>
        <p:cNvGrpSpPr/>
        <p:nvPr/>
      </p:nvGrpSpPr>
      <p:grpSpPr>
        <a:xfrm>
          <a:off x="0" y="0"/>
          <a:ext cx="0" cy="0"/>
          <a:chOff x="0" y="0"/>
          <a:chExt cx="0" cy="0"/>
        </a:xfrm>
      </p:grpSpPr>
      <p:sp>
        <p:nvSpPr>
          <p:cNvPr id="202" name="Google Shape;20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Red">
    <p:bg>
      <p:bgPr>
        <a:solidFill>
          <a:srgbClr val="8A0000"/>
        </a:solidFill>
      </p:bgPr>
    </p:bg>
    <p:spTree>
      <p:nvGrpSpPr>
        <p:cNvPr id="203" name="Shape 203"/>
        <p:cNvGrpSpPr/>
        <p:nvPr/>
      </p:nvGrpSpPr>
      <p:grpSpPr>
        <a:xfrm>
          <a:off x="0" y="0"/>
          <a:ext cx="0" cy="0"/>
          <a:chOff x="0" y="0"/>
          <a:chExt cx="0" cy="0"/>
        </a:xfrm>
      </p:grpSpPr>
      <p:sp>
        <p:nvSpPr>
          <p:cNvPr id="204" name="Google Shape;204;p47"/>
          <p:cNvSpPr txBox="1"/>
          <p:nvPr>
            <p:ph idx="1" type="body"/>
          </p:nvPr>
        </p:nvSpPr>
        <p:spPr>
          <a:xfrm>
            <a:off x="3168176" y="3297461"/>
            <a:ext cx="2806800" cy="327000"/>
          </a:xfrm>
          <a:prstGeom prst="rect">
            <a:avLst/>
          </a:prstGeom>
          <a:noFill/>
          <a:ln>
            <a:noFill/>
          </a:ln>
        </p:spPr>
        <p:txBody>
          <a:bodyPr anchorCtr="0" anchor="t" bIns="26725" lIns="53450" spcFirstLastPara="1" rIns="53450" wrap="square" tIns="26725">
            <a:noAutofit/>
          </a:bodyPr>
          <a:lstStyle>
            <a:lvl1pPr indent="-228600" lvl="0" marL="457200" algn="ctr">
              <a:lnSpc>
                <a:spcPct val="115000"/>
              </a:lnSpc>
              <a:spcBef>
                <a:spcPts val="500"/>
              </a:spcBef>
              <a:spcAft>
                <a:spcPts val="0"/>
              </a:spcAft>
              <a:buSzPts val="1300"/>
              <a:buFont typeface="Cambria"/>
              <a:buNone/>
              <a:defRPr i="1" sz="1300">
                <a:solidFill>
                  <a:schemeClr val="lt1"/>
                </a:solidFill>
                <a:latin typeface="Cambria"/>
                <a:ea typeface="Cambria"/>
                <a:cs typeface="Cambria"/>
                <a:sym typeface="Cambria"/>
              </a:defRPr>
            </a:lvl1pPr>
            <a:lvl2pPr indent="-317500" lvl="1" marL="914400" algn="l">
              <a:lnSpc>
                <a:spcPct val="115000"/>
              </a:lnSpc>
              <a:spcBef>
                <a:spcPts val="1200"/>
              </a:spcBef>
              <a:spcAft>
                <a:spcPts val="0"/>
              </a:spcAft>
              <a:buSzPts val="1400"/>
              <a:buChar char="○"/>
              <a:defRPr/>
            </a:lvl2pPr>
            <a:lvl3pPr indent="-317500" lvl="2" marL="1371600" algn="l">
              <a:lnSpc>
                <a:spcPct val="115000"/>
              </a:lnSpc>
              <a:spcBef>
                <a:spcPts val="300"/>
              </a:spcBef>
              <a:spcAft>
                <a:spcPts val="0"/>
              </a:spcAft>
              <a:buSzPts val="1400"/>
              <a:buChar char="■"/>
              <a:defRPr/>
            </a:lvl3pPr>
            <a:lvl4pPr indent="-317500" lvl="3" marL="1828800" algn="l">
              <a:lnSpc>
                <a:spcPct val="115000"/>
              </a:lnSpc>
              <a:spcBef>
                <a:spcPts val="1200"/>
              </a:spcBef>
              <a:spcAft>
                <a:spcPts val="0"/>
              </a:spcAft>
              <a:buSzPts val="1400"/>
              <a:buChar char="●"/>
              <a:defRPr/>
            </a:lvl4pPr>
            <a:lvl5pPr indent="-317500" lvl="4" marL="2286000" algn="l">
              <a:lnSpc>
                <a:spcPct val="115000"/>
              </a:lnSpc>
              <a:spcBef>
                <a:spcPts val="1200"/>
              </a:spcBef>
              <a:spcAft>
                <a:spcPts val="0"/>
              </a:spcAft>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05" name="Google Shape;205;p47"/>
          <p:cNvSpPr/>
          <p:nvPr/>
        </p:nvSpPr>
        <p:spPr>
          <a:xfrm>
            <a:off x="3931920" y="1314450"/>
            <a:ext cx="1280400" cy="1152300"/>
          </a:xfrm>
          <a:prstGeom prst="ellipse">
            <a:avLst/>
          </a:prstGeom>
          <a:solidFill>
            <a:srgbClr val="262626"/>
          </a:solidFill>
          <a:ln cap="flat" cmpd="sng" w="57150">
            <a:solidFill>
              <a:schemeClr val="lt1"/>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32075" lIns="64125" spcFirstLastPara="1" rIns="64125" wrap="square" tIns="32075">
            <a:noAutofit/>
          </a:bodyPr>
          <a:lstStyle/>
          <a:p>
            <a:pPr indent="0" lvl="0" marL="0" marR="0" rtl="0" algn="ctr">
              <a:lnSpc>
                <a:spcPct val="100000"/>
              </a:lnSpc>
              <a:spcBef>
                <a:spcPts val="0"/>
              </a:spcBef>
              <a:spcAft>
                <a:spcPts val="0"/>
              </a:spcAft>
              <a:buClr>
                <a:srgbClr val="000000"/>
              </a:buClr>
              <a:buSzPts val="4600"/>
              <a:buFont typeface="Arial"/>
              <a:buNone/>
            </a:pPr>
            <a:r>
              <a:t/>
            </a:r>
            <a:endParaRPr b="0" i="0" sz="4600" u="none" cap="none" strike="noStrike">
              <a:solidFill>
                <a:srgbClr val="FFFFFF"/>
              </a:solidFill>
              <a:latin typeface="Cambria"/>
              <a:ea typeface="Cambria"/>
              <a:cs typeface="Cambria"/>
              <a:sym typeface="Cambria"/>
            </a:endParaRPr>
          </a:p>
        </p:txBody>
      </p:sp>
      <p:sp>
        <p:nvSpPr>
          <p:cNvPr id="206" name="Google Shape;206;p47"/>
          <p:cNvSpPr txBox="1"/>
          <p:nvPr>
            <p:ph idx="2" type="body"/>
          </p:nvPr>
        </p:nvSpPr>
        <p:spPr>
          <a:xfrm>
            <a:off x="762002" y="2595384"/>
            <a:ext cx="7620000" cy="1073700"/>
          </a:xfrm>
          <a:prstGeom prst="rect">
            <a:avLst/>
          </a:prstGeom>
          <a:noFill/>
          <a:ln>
            <a:noFill/>
          </a:ln>
        </p:spPr>
        <p:txBody>
          <a:bodyPr anchorCtr="0" anchor="t" bIns="26725" lIns="53450" spcFirstLastPara="1" rIns="53450" wrap="square" tIns="26725">
            <a:noAutofit/>
          </a:bodyPr>
          <a:lstStyle>
            <a:lvl1pPr indent="-228600" lvl="0" marL="457200" algn="ctr">
              <a:lnSpc>
                <a:spcPct val="75000"/>
              </a:lnSpc>
              <a:spcBef>
                <a:spcPts val="500"/>
              </a:spcBef>
              <a:spcAft>
                <a:spcPts val="0"/>
              </a:spcAft>
              <a:buSzPts val="4200"/>
              <a:buFont typeface="Cambria"/>
              <a:buNone/>
              <a:defRPr sz="4200">
                <a:solidFill>
                  <a:schemeClr val="lt1"/>
                </a:solidFill>
                <a:latin typeface="Cambria"/>
                <a:ea typeface="Cambria"/>
                <a:cs typeface="Cambria"/>
                <a:sym typeface="Cambria"/>
              </a:defRPr>
            </a:lvl1pPr>
            <a:lvl2pPr indent="-317500" lvl="1" marL="914400" algn="l">
              <a:lnSpc>
                <a:spcPct val="115000"/>
              </a:lnSpc>
              <a:spcBef>
                <a:spcPts val="1200"/>
              </a:spcBef>
              <a:spcAft>
                <a:spcPts val="0"/>
              </a:spcAft>
              <a:buSzPts val="1400"/>
              <a:buChar char="○"/>
              <a:defRPr/>
            </a:lvl2pPr>
            <a:lvl3pPr indent="-317500" lvl="2" marL="1371600" algn="l">
              <a:lnSpc>
                <a:spcPct val="115000"/>
              </a:lnSpc>
              <a:spcBef>
                <a:spcPts val="300"/>
              </a:spcBef>
              <a:spcAft>
                <a:spcPts val="0"/>
              </a:spcAft>
              <a:buSzPts val="1400"/>
              <a:buChar char="■"/>
              <a:defRPr/>
            </a:lvl3pPr>
            <a:lvl4pPr indent="-317500" lvl="3" marL="1828800" algn="l">
              <a:lnSpc>
                <a:spcPct val="115000"/>
              </a:lnSpc>
              <a:spcBef>
                <a:spcPts val="1200"/>
              </a:spcBef>
              <a:spcAft>
                <a:spcPts val="0"/>
              </a:spcAft>
              <a:buSzPts val="1400"/>
              <a:buChar char="●"/>
              <a:defRPr/>
            </a:lvl4pPr>
            <a:lvl5pPr indent="-317500" lvl="4" marL="2286000" algn="l">
              <a:lnSpc>
                <a:spcPct val="115000"/>
              </a:lnSpc>
              <a:spcBef>
                <a:spcPts val="1200"/>
              </a:spcBef>
              <a:spcAft>
                <a:spcPts val="0"/>
              </a:spcAft>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pic>
        <p:nvPicPr>
          <p:cNvPr id="207" name="Google Shape;207;p47"/>
          <p:cNvPicPr preferRelativeResize="0"/>
          <p:nvPr/>
        </p:nvPicPr>
        <p:blipFill rotWithShape="1">
          <a:blip r:embed="rId2">
            <a:alphaModFix/>
          </a:blip>
          <a:srcRect b="0" l="0" r="0" t="0"/>
          <a:stretch/>
        </p:blipFill>
        <p:spPr>
          <a:xfrm>
            <a:off x="3729011" y="1210799"/>
            <a:ext cx="1850593" cy="14844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500"/>
                                  </p:stCondLst>
                                  <p:childTnLst>
                                    <p:set>
                                      <p:cBhvr>
                                        <p:cTn dur="1" fill="hold">
                                          <p:stCondLst>
                                            <p:cond delay="0"/>
                                          </p:stCondLst>
                                        </p:cTn>
                                        <p:tgtEl>
                                          <p:spTgt spid="204">
                                            <p:txEl>
                                              <p:pRg end="0" st="0"/>
                                            </p:txEl>
                                          </p:spTgt>
                                        </p:tgtEl>
                                        <p:attrNameLst>
                                          <p:attrName>style.visibility</p:attrName>
                                        </p:attrNameLst>
                                      </p:cBhvr>
                                      <p:to>
                                        <p:strVal val="visible"/>
                                      </p:to>
                                    </p:set>
                                    <p:anim calcmode="lin" valueType="num">
                                      <p:cBhvr additive="base">
                                        <p:cTn dur="750"/>
                                        <p:tgtEl>
                                          <p:spTgt spid="204">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1" st="1"/>
                                            </p:txEl>
                                          </p:spTgt>
                                        </p:tgtEl>
                                        <p:attrNameLst>
                                          <p:attrName>style.visibility</p:attrName>
                                        </p:attrNameLst>
                                      </p:cBhvr>
                                      <p:to>
                                        <p:strVal val="visible"/>
                                      </p:to>
                                    </p:set>
                                    <p:anim calcmode="lin" valueType="num">
                                      <p:cBhvr additive="base">
                                        <p:cTn dur="750"/>
                                        <p:tgtEl>
                                          <p:spTgt spid="204">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2" st="2"/>
                                            </p:txEl>
                                          </p:spTgt>
                                        </p:tgtEl>
                                        <p:attrNameLst>
                                          <p:attrName>style.visibility</p:attrName>
                                        </p:attrNameLst>
                                      </p:cBhvr>
                                      <p:to>
                                        <p:strVal val="visible"/>
                                      </p:to>
                                    </p:set>
                                    <p:anim calcmode="lin" valueType="num">
                                      <p:cBhvr additive="base">
                                        <p:cTn dur="750"/>
                                        <p:tgtEl>
                                          <p:spTgt spid="204">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3" st="3"/>
                                            </p:txEl>
                                          </p:spTgt>
                                        </p:tgtEl>
                                        <p:attrNameLst>
                                          <p:attrName>style.visibility</p:attrName>
                                        </p:attrNameLst>
                                      </p:cBhvr>
                                      <p:to>
                                        <p:strVal val="visible"/>
                                      </p:to>
                                    </p:set>
                                    <p:anim calcmode="lin" valueType="num">
                                      <p:cBhvr additive="base">
                                        <p:cTn dur="750"/>
                                        <p:tgtEl>
                                          <p:spTgt spid="204">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4" st="4"/>
                                            </p:txEl>
                                          </p:spTgt>
                                        </p:tgtEl>
                                        <p:attrNameLst>
                                          <p:attrName>style.visibility</p:attrName>
                                        </p:attrNameLst>
                                      </p:cBhvr>
                                      <p:to>
                                        <p:strVal val="visible"/>
                                      </p:to>
                                    </p:set>
                                    <p:anim calcmode="lin" valueType="num">
                                      <p:cBhvr additive="base">
                                        <p:cTn dur="750"/>
                                        <p:tgtEl>
                                          <p:spTgt spid="204">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5" st="5"/>
                                            </p:txEl>
                                          </p:spTgt>
                                        </p:tgtEl>
                                        <p:attrNameLst>
                                          <p:attrName>style.visibility</p:attrName>
                                        </p:attrNameLst>
                                      </p:cBhvr>
                                      <p:to>
                                        <p:strVal val="visible"/>
                                      </p:to>
                                    </p:set>
                                    <p:anim calcmode="lin" valueType="num">
                                      <p:cBhvr additive="base">
                                        <p:cTn dur="750"/>
                                        <p:tgtEl>
                                          <p:spTgt spid="204">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6" st="6"/>
                                            </p:txEl>
                                          </p:spTgt>
                                        </p:tgtEl>
                                        <p:attrNameLst>
                                          <p:attrName>style.visibility</p:attrName>
                                        </p:attrNameLst>
                                      </p:cBhvr>
                                      <p:to>
                                        <p:strVal val="visible"/>
                                      </p:to>
                                    </p:set>
                                    <p:anim calcmode="lin" valueType="num">
                                      <p:cBhvr additive="base">
                                        <p:cTn dur="750"/>
                                        <p:tgtEl>
                                          <p:spTgt spid="204">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7" st="7"/>
                                            </p:txEl>
                                          </p:spTgt>
                                        </p:tgtEl>
                                        <p:attrNameLst>
                                          <p:attrName>style.visibility</p:attrName>
                                        </p:attrNameLst>
                                      </p:cBhvr>
                                      <p:to>
                                        <p:strVal val="visible"/>
                                      </p:to>
                                    </p:set>
                                    <p:anim calcmode="lin" valueType="num">
                                      <p:cBhvr additive="base">
                                        <p:cTn dur="750"/>
                                        <p:tgtEl>
                                          <p:spTgt spid="204">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204">
                                            <p:txEl>
                                              <p:pRg end="8" st="8"/>
                                            </p:txEl>
                                          </p:spTgt>
                                        </p:tgtEl>
                                        <p:attrNameLst>
                                          <p:attrName>style.visibility</p:attrName>
                                        </p:attrNameLst>
                                      </p:cBhvr>
                                      <p:to>
                                        <p:strVal val="visible"/>
                                      </p:to>
                                    </p:set>
                                    <p:anim calcmode="lin" valueType="num">
                                      <p:cBhvr additive="base">
                                        <p:cTn dur="750"/>
                                        <p:tgtEl>
                                          <p:spTgt spid="204">
                                            <p:txEl>
                                              <p:pRg end="8" st="8"/>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0" st="0"/>
                                            </p:txEl>
                                          </p:spTgt>
                                        </p:tgtEl>
                                        <p:attrNameLst>
                                          <p:attrName>style.visibility</p:attrName>
                                        </p:attrNameLst>
                                      </p:cBhvr>
                                      <p:to>
                                        <p:strVal val="visible"/>
                                      </p:to>
                                    </p:set>
                                    <p:anim calcmode="lin" valueType="num">
                                      <p:cBhvr additive="base">
                                        <p:cTn dur="750"/>
                                        <p:tgtEl>
                                          <p:spTgt spid="206">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1" st="1"/>
                                            </p:txEl>
                                          </p:spTgt>
                                        </p:tgtEl>
                                        <p:attrNameLst>
                                          <p:attrName>style.visibility</p:attrName>
                                        </p:attrNameLst>
                                      </p:cBhvr>
                                      <p:to>
                                        <p:strVal val="visible"/>
                                      </p:to>
                                    </p:set>
                                    <p:anim calcmode="lin" valueType="num">
                                      <p:cBhvr additive="base">
                                        <p:cTn dur="750"/>
                                        <p:tgtEl>
                                          <p:spTgt spid="206">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2" st="2"/>
                                            </p:txEl>
                                          </p:spTgt>
                                        </p:tgtEl>
                                        <p:attrNameLst>
                                          <p:attrName>style.visibility</p:attrName>
                                        </p:attrNameLst>
                                      </p:cBhvr>
                                      <p:to>
                                        <p:strVal val="visible"/>
                                      </p:to>
                                    </p:set>
                                    <p:anim calcmode="lin" valueType="num">
                                      <p:cBhvr additive="base">
                                        <p:cTn dur="750"/>
                                        <p:tgtEl>
                                          <p:spTgt spid="206">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3" st="3"/>
                                            </p:txEl>
                                          </p:spTgt>
                                        </p:tgtEl>
                                        <p:attrNameLst>
                                          <p:attrName>style.visibility</p:attrName>
                                        </p:attrNameLst>
                                      </p:cBhvr>
                                      <p:to>
                                        <p:strVal val="visible"/>
                                      </p:to>
                                    </p:set>
                                    <p:anim calcmode="lin" valueType="num">
                                      <p:cBhvr additive="base">
                                        <p:cTn dur="750"/>
                                        <p:tgtEl>
                                          <p:spTgt spid="206">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4" st="4"/>
                                            </p:txEl>
                                          </p:spTgt>
                                        </p:tgtEl>
                                        <p:attrNameLst>
                                          <p:attrName>style.visibility</p:attrName>
                                        </p:attrNameLst>
                                      </p:cBhvr>
                                      <p:to>
                                        <p:strVal val="visible"/>
                                      </p:to>
                                    </p:set>
                                    <p:anim calcmode="lin" valueType="num">
                                      <p:cBhvr additive="base">
                                        <p:cTn dur="750"/>
                                        <p:tgtEl>
                                          <p:spTgt spid="206">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5" st="5"/>
                                            </p:txEl>
                                          </p:spTgt>
                                        </p:tgtEl>
                                        <p:attrNameLst>
                                          <p:attrName>style.visibility</p:attrName>
                                        </p:attrNameLst>
                                      </p:cBhvr>
                                      <p:to>
                                        <p:strVal val="visible"/>
                                      </p:to>
                                    </p:set>
                                    <p:anim calcmode="lin" valueType="num">
                                      <p:cBhvr additive="base">
                                        <p:cTn dur="750"/>
                                        <p:tgtEl>
                                          <p:spTgt spid="206">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6" st="6"/>
                                            </p:txEl>
                                          </p:spTgt>
                                        </p:tgtEl>
                                        <p:attrNameLst>
                                          <p:attrName>style.visibility</p:attrName>
                                        </p:attrNameLst>
                                      </p:cBhvr>
                                      <p:to>
                                        <p:strVal val="visible"/>
                                      </p:to>
                                    </p:set>
                                    <p:anim calcmode="lin" valueType="num">
                                      <p:cBhvr additive="base">
                                        <p:cTn dur="750"/>
                                        <p:tgtEl>
                                          <p:spTgt spid="206">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7" st="7"/>
                                            </p:txEl>
                                          </p:spTgt>
                                        </p:tgtEl>
                                        <p:attrNameLst>
                                          <p:attrName>style.visibility</p:attrName>
                                        </p:attrNameLst>
                                      </p:cBhvr>
                                      <p:to>
                                        <p:strVal val="visible"/>
                                      </p:to>
                                    </p:set>
                                    <p:anim calcmode="lin" valueType="num">
                                      <p:cBhvr additive="base">
                                        <p:cTn dur="750"/>
                                        <p:tgtEl>
                                          <p:spTgt spid="206">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206">
                                            <p:txEl>
                                              <p:pRg end="8" st="8"/>
                                            </p:txEl>
                                          </p:spTgt>
                                        </p:tgtEl>
                                        <p:attrNameLst>
                                          <p:attrName>style.visibility</p:attrName>
                                        </p:attrNameLst>
                                      </p:cBhvr>
                                      <p:to>
                                        <p:strVal val="visible"/>
                                      </p:to>
                                    </p:set>
                                    <p:anim calcmode="lin" valueType="num">
                                      <p:cBhvr additive="base">
                                        <p:cTn dur="750"/>
                                        <p:tgtEl>
                                          <p:spTgt spid="20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Animated) &amp; Content">
  <p:cSld name="Title &amp; Label (Animated) &amp; Content">
    <p:bg>
      <p:bgPr>
        <a:solidFill>
          <a:schemeClr val="lt1"/>
        </a:solidFill>
      </p:bgPr>
    </p:bg>
    <p:spTree>
      <p:nvGrpSpPr>
        <p:cNvPr id="208" name="Shape 208"/>
        <p:cNvGrpSpPr/>
        <p:nvPr/>
      </p:nvGrpSpPr>
      <p:grpSpPr>
        <a:xfrm>
          <a:off x="0" y="0"/>
          <a:ext cx="0" cy="0"/>
          <a:chOff x="0" y="0"/>
          <a:chExt cx="0" cy="0"/>
        </a:xfrm>
      </p:grpSpPr>
      <p:sp>
        <p:nvSpPr>
          <p:cNvPr id="209" name="Google Shape;209;p48"/>
          <p:cNvSpPr txBox="1"/>
          <p:nvPr>
            <p:ph type="title"/>
          </p:nvPr>
        </p:nvSpPr>
        <p:spPr>
          <a:xfrm>
            <a:off x="228600" y="342900"/>
            <a:ext cx="86670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800"/>
              <a:buFont typeface="Cambria"/>
              <a:buNone/>
              <a:defRPr sz="3800"/>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210" name="Google Shape;210;p48"/>
          <p:cNvSpPr txBox="1"/>
          <p:nvPr>
            <p:ph idx="1" type="body"/>
          </p:nvPr>
        </p:nvSpPr>
        <p:spPr>
          <a:xfrm>
            <a:off x="228600" y="1337310"/>
            <a:ext cx="8667000" cy="3257400"/>
          </a:xfrm>
          <a:prstGeom prst="rect">
            <a:avLst/>
          </a:prstGeom>
          <a:noFill/>
          <a:ln>
            <a:noFill/>
          </a:ln>
        </p:spPr>
        <p:txBody>
          <a:bodyPr anchorCtr="0" anchor="t" bIns="34275" lIns="68575" spcFirstLastPara="1" rIns="68575" wrap="square" tIns="34275">
            <a:normAutofit/>
          </a:bodyPr>
          <a:lstStyle>
            <a:lvl1pPr indent="-387350" lvl="0" marL="457200" algn="l">
              <a:lnSpc>
                <a:spcPct val="115000"/>
              </a:lnSpc>
              <a:spcBef>
                <a:spcPts val="500"/>
              </a:spcBef>
              <a:spcAft>
                <a:spcPts val="0"/>
              </a:spcAft>
              <a:buSzPts val="2500"/>
              <a:buChar char="●"/>
              <a:defRPr sz="2500"/>
            </a:lvl1pPr>
            <a:lvl2pPr indent="-368300" lvl="1" marL="914400" algn="l">
              <a:lnSpc>
                <a:spcPct val="115000"/>
              </a:lnSpc>
              <a:spcBef>
                <a:spcPts val="1200"/>
              </a:spcBef>
              <a:spcAft>
                <a:spcPts val="0"/>
              </a:spcAft>
              <a:buSzPts val="2200"/>
              <a:buChar char="○"/>
              <a:defRPr sz="2200"/>
            </a:lvl2pPr>
            <a:lvl3pPr indent="-342900" lvl="2" marL="1371600" algn="l">
              <a:lnSpc>
                <a:spcPct val="115000"/>
              </a:lnSpc>
              <a:spcBef>
                <a:spcPts val="300"/>
              </a:spcBef>
              <a:spcAft>
                <a:spcPts val="0"/>
              </a:spcAft>
              <a:buSzPts val="1800"/>
              <a:buChar char="■"/>
              <a:defRPr sz="1800"/>
            </a:lvl3pPr>
            <a:lvl4pPr indent="-330200" lvl="3" marL="1828800" algn="l">
              <a:lnSpc>
                <a:spcPct val="115000"/>
              </a:lnSpc>
              <a:spcBef>
                <a:spcPts val="1200"/>
              </a:spcBef>
              <a:spcAft>
                <a:spcPts val="0"/>
              </a:spcAft>
              <a:buSzPts val="1600"/>
              <a:buChar char="●"/>
              <a:defRPr sz="1600"/>
            </a:lvl4pPr>
            <a:lvl5pPr indent="-317500" lvl="4" marL="2286000" algn="l">
              <a:lnSpc>
                <a:spcPct val="115000"/>
              </a:lnSpc>
              <a:spcBef>
                <a:spcPts val="1200"/>
              </a:spcBef>
              <a:spcAft>
                <a:spcPts val="0"/>
              </a:spcAft>
              <a:buSzPts val="1400"/>
              <a:buChar char="○"/>
              <a:defRPr sz="1400"/>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11" name="Google Shape;211;p48"/>
          <p:cNvSpPr txBox="1"/>
          <p:nvPr>
            <p:ph idx="11" type="ftr"/>
          </p:nvPr>
        </p:nvSpPr>
        <p:spPr>
          <a:xfrm>
            <a:off x="3124200" y="4767264"/>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12" name="Google Shape;212;p48">
            <a:hlinkClick action="ppaction://hlinkshowjump?jump=nextslide"/>
          </p:cNvPr>
          <p:cNvSpPr/>
          <p:nvPr/>
        </p:nvSpPr>
        <p:spPr>
          <a:xfrm>
            <a:off x="8621396" y="4781551"/>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213" name="Google Shape;213;p48">
            <a:hlinkClick action="ppaction://hlinkshowjump?jump=previousslide"/>
          </p:cNvPr>
          <p:cNvSpPr/>
          <p:nvPr/>
        </p:nvSpPr>
        <p:spPr>
          <a:xfrm>
            <a:off x="8243452" y="4781550"/>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BFBFBF"/>
              </a:solidFill>
              <a:latin typeface="Cambria"/>
              <a:ea typeface="Cambria"/>
              <a:cs typeface="Cambria"/>
              <a:sym typeface="Cambria"/>
            </a:endParaRPr>
          </a:p>
        </p:txBody>
      </p:sp>
      <p:sp>
        <p:nvSpPr>
          <p:cNvPr id="214" name="Google Shape;214;p48"/>
          <p:cNvSpPr/>
          <p:nvPr/>
        </p:nvSpPr>
        <p:spPr>
          <a:xfrm flipH="1">
            <a:off x="8339525" y="4854702"/>
            <a:ext cx="822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215" name="Google Shape;215;p48"/>
          <p:cNvSpPr/>
          <p:nvPr/>
        </p:nvSpPr>
        <p:spPr>
          <a:xfrm>
            <a:off x="8717371" y="4854702"/>
            <a:ext cx="825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216" name="Google Shape;216;p48"/>
          <p:cNvSpPr txBox="1"/>
          <p:nvPr>
            <p:ph idx="10" type="dt"/>
          </p:nvPr>
        </p:nvSpPr>
        <p:spPr>
          <a:xfrm>
            <a:off x="6553200" y="4766787"/>
            <a:ext cx="1219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17" name="Google Shape;217;p48"/>
          <p:cNvSpPr txBox="1"/>
          <p:nvPr>
            <p:ph idx="12" type="sldNum"/>
          </p:nvPr>
        </p:nvSpPr>
        <p:spPr>
          <a:xfrm>
            <a:off x="152400" y="4766787"/>
            <a:ext cx="2133600" cy="273900"/>
          </a:xfrm>
          <a:prstGeom prst="rect">
            <a:avLst/>
          </a:prstGeom>
          <a:noFill/>
          <a:ln>
            <a:noFill/>
          </a:ln>
        </p:spPr>
        <p:txBody>
          <a:bodyPr anchorCtr="0" anchor="ctr" bIns="34275" lIns="68575" spcFirstLastPara="1" rIns="68575" wrap="square" tIns="34275">
            <a:norm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
        <p:nvSpPr>
          <p:cNvPr id="218" name="Google Shape;218;p48"/>
          <p:cNvSpPr/>
          <p:nvPr/>
        </p:nvSpPr>
        <p:spPr>
          <a:xfrm>
            <a:off x="381000" y="0"/>
            <a:ext cx="914400" cy="71100"/>
          </a:xfrm>
          <a:prstGeom prst="rect">
            <a:avLst/>
          </a:prstGeom>
          <a:solidFill>
            <a:srgbClr val="C00000"/>
          </a:solidFill>
          <a:ln>
            <a:noFill/>
          </a:ln>
        </p:spPr>
        <p:txBody>
          <a:bodyPr anchorCtr="0" anchor="ctr" bIns="32075" lIns="64150" spcFirstLastPara="1" rIns="64150" wrap="square" tIns="3207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mbria"/>
              <a:ea typeface="Cambria"/>
              <a:cs typeface="Cambria"/>
              <a:sym typeface="Cambria"/>
            </a:endParaRPr>
          </a:p>
        </p:txBody>
      </p:sp>
      <p:sp>
        <p:nvSpPr>
          <p:cNvPr id="219" name="Google Shape;219;p48"/>
          <p:cNvSpPr/>
          <p:nvPr/>
        </p:nvSpPr>
        <p:spPr>
          <a:xfrm>
            <a:off x="198121" y="71020"/>
            <a:ext cx="1280400" cy="199800"/>
          </a:xfrm>
          <a:prstGeom prst="rect">
            <a:avLst/>
          </a:prstGeom>
          <a:noFill/>
          <a:ln>
            <a:noFill/>
          </a:ln>
        </p:spPr>
        <p:txBody>
          <a:bodyPr anchorCtr="0" anchor="t" bIns="32075" lIns="64150" spcFirstLastPara="1" rIns="64150" wrap="square" tIns="32075">
            <a:noAutofit/>
          </a:bodyPr>
          <a:lstStyle/>
          <a:p>
            <a:pPr indent="0" lvl="0" marL="0" marR="0" rtl="0" algn="ctr">
              <a:lnSpc>
                <a:spcPct val="75000"/>
              </a:lnSpc>
              <a:spcBef>
                <a:spcPts val="0"/>
              </a:spcBef>
              <a:spcAft>
                <a:spcPts val="0"/>
              </a:spcAft>
              <a:buClr>
                <a:srgbClr val="000000"/>
              </a:buClr>
              <a:buSzPts val="1200"/>
              <a:buFont typeface="Arial"/>
              <a:buNone/>
            </a:pPr>
            <a:r>
              <a:rPr b="0" i="0" lang="en" sz="1200" u="none" cap="none" strike="noStrike">
                <a:solidFill>
                  <a:srgbClr val="262626"/>
                </a:solidFill>
                <a:latin typeface="Cambria"/>
                <a:ea typeface="Cambria"/>
                <a:cs typeface="Cambria"/>
                <a:sym typeface="Cambria"/>
              </a:rPr>
              <a:t>Preliminaries</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750"/>
                                        <p:tgtEl>
                                          <p:spTgt spid="2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25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750"/>
                                        <p:tgtEl>
                                          <p:spTgt spid="2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amp; Content" type="obj">
  <p:cSld name="OBJECT">
    <p:bg>
      <p:bgPr>
        <a:solidFill>
          <a:schemeClr val="lt1"/>
        </a:solidFill>
      </p:bgPr>
    </p:bg>
    <p:spTree>
      <p:nvGrpSpPr>
        <p:cNvPr id="220" name="Shape 220"/>
        <p:cNvGrpSpPr/>
        <p:nvPr/>
      </p:nvGrpSpPr>
      <p:grpSpPr>
        <a:xfrm>
          <a:off x="0" y="0"/>
          <a:ext cx="0" cy="0"/>
          <a:chOff x="0" y="0"/>
          <a:chExt cx="0" cy="0"/>
        </a:xfrm>
      </p:grpSpPr>
      <p:sp>
        <p:nvSpPr>
          <p:cNvPr id="221" name="Google Shape;221;p49"/>
          <p:cNvSpPr txBox="1"/>
          <p:nvPr>
            <p:ph type="title"/>
          </p:nvPr>
        </p:nvSpPr>
        <p:spPr>
          <a:xfrm>
            <a:off x="228600" y="342900"/>
            <a:ext cx="86670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800"/>
              <a:buFont typeface="Cambria"/>
              <a:buNone/>
              <a:defRPr sz="3800"/>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222" name="Google Shape;222;p49"/>
          <p:cNvSpPr txBox="1"/>
          <p:nvPr>
            <p:ph idx="1" type="body"/>
          </p:nvPr>
        </p:nvSpPr>
        <p:spPr>
          <a:xfrm>
            <a:off x="228600" y="1337310"/>
            <a:ext cx="8667000" cy="3257400"/>
          </a:xfrm>
          <a:prstGeom prst="rect">
            <a:avLst/>
          </a:prstGeom>
          <a:noFill/>
          <a:ln>
            <a:noFill/>
          </a:ln>
        </p:spPr>
        <p:txBody>
          <a:bodyPr anchorCtr="0" anchor="t" bIns="34275" lIns="68575" spcFirstLastPara="1" rIns="68575" wrap="square" tIns="34275">
            <a:normAutofit/>
          </a:bodyPr>
          <a:lstStyle>
            <a:lvl1pPr indent="-387350" lvl="0" marL="457200" algn="l">
              <a:lnSpc>
                <a:spcPct val="115000"/>
              </a:lnSpc>
              <a:spcBef>
                <a:spcPts val="500"/>
              </a:spcBef>
              <a:spcAft>
                <a:spcPts val="0"/>
              </a:spcAft>
              <a:buSzPts val="2500"/>
              <a:buChar char="●"/>
              <a:defRPr sz="2500"/>
            </a:lvl1pPr>
            <a:lvl2pPr indent="-368300" lvl="1" marL="914400" algn="l">
              <a:lnSpc>
                <a:spcPct val="115000"/>
              </a:lnSpc>
              <a:spcBef>
                <a:spcPts val="1200"/>
              </a:spcBef>
              <a:spcAft>
                <a:spcPts val="0"/>
              </a:spcAft>
              <a:buSzPts val="2200"/>
              <a:buChar char="○"/>
              <a:defRPr sz="2200"/>
            </a:lvl2pPr>
            <a:lvl3pPr indent="-342900" lvl="2" marL="1371600" algn="l">
              <a:lnSpc>
                <a:spcPct val="115000"/>
              </a:lnSpc>
              <a:spcBef>
                <a:spcPts val="300"/>
              </a:spcBef>
              <a:spcAft>
                <a:spcPts val="0"/>
              </a:spcAft>
              <a:buSzPts val="1800"/>
              <a:buChar char="■"/>
              <a:defRPr sz="1800"/>
            </a:lvl3pPr>
            <a:lvl4pPr indent="-330200" lvl="3" marL="1828800" algn="l">
              <a:lnSpc>
                <a:spcPct val="115000"/>
              </a:lnSpc>
              <a:spcBef>
                <a:spcPts val="1200"/>
              </a:spcBef>
              <a:spcAft>
                <a:spcPts val="0"/>
              </a:spcAft>
              <a:buSzPts val="1600"/>
              <a:buChar char="●"/>
              <a:defRPr sz="1600"/>
            </a:lvl4pPr>
            <a:lvl5pPr indent="-317500" lvl="4" marL="2286000" algn="l">
              <a:lnSpc>
                <a:spcPct val="115000"/>
              </a:lnSpc>
              <a:spcBef>
                <a:spcPts val="1200"/>
              </a:spcBef>
              <a:spcAft>
                <a:spcPts val="0"/>
              </a:spcAft>
              <a:buSzPts val="1400"/>
              <a:buChar char="○"/>
              <a:defRPr sz="1400"/>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23" name="Google Shape;223;p49"/>
          <p:cNvSpPr txBox="1"/>
          <p:nvPr>
            <p:ph idx="11" type="ftr"/>
          </p:nvPr>
        </p:nvSpPr>
        <p:spPr>
          <a:xfrm>
            <a:off x="3124200" y="4767264"/>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24" name="Google Shape;224;p49"/>
          <p:cNvSpPr txBox="1"/>
          <p:nvPr>
            <p:ph idx="10" type="dt"/>
          </p:nvPr>
        </p:nvSpPr>
        <p:spPr>
          <a:xfrm>
            <a:off x="6553200" y="4766787"/>
            <a:ext cx="1219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25" name="Google Shape;225;p49"/>
          <p:cNvSpPr txBox="1"/>
          <p:nvPr>
            <p:ph idx="12" type="sldNum"/>
          </p:nvPr>
        </p:nvSpPr>
        <p:spPr>
          <a:xfrm>
            <a:off x="152400" y="4766787"/>
            <a:ext cx="2133600" cy="273900"/>
          </a:xfrm>
          <a:prstGeom prst="rect">
            <a:avLst/>
          </a:prstGeom>
          <a:noFill/>
          <a:ln>
            <a:noFill/>
          </a:ln>
        </p:spPr>
        <p:txBody>
          <a:bodyPr anchorCtr="0" anchor="ctr" bIns="34275" lIns="68575" spcFirstLastPara="1" rIns="68575" wrap="square" tIns="34275">
            <a:norm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
        <p:nvSpPr>
          <p:cNvPr id="226" name="Google Shape;226;p49"/>
          <p:cNvSpPr/>
          <p:nvPr/>
        </p:nvSpPr>
        <p:spPr>
          <a:xfrm>
            <a:off x="381000" y="0"/>
            <a:ext cx="914400" cy="71100"/>
          </a:xfrm>
          <a:prstGeom prst="rect">
            <a:avLst/>
          </a:prstGeom>
          <a:solidFill>
            <a:srgbClr val="C00000"/>
          </a:solidFill>
          <a:ln>
            <a:noFill/>
          </a:ln>
        </p:spPr>
        <p:txBody>
          <a:bodyPr anchorCtr="0" anchor="ctr" bIns="32075" lIns="64150" spcFirstLastPara="1" rIns="64150" wrap="square" tIns="3207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mbria"/>
              <a:ea typeface="Cambria"/>
              <a:cs typeface="Cambria"/>
              <a:sym typeface="Cambria"/>
            </a:endParaRPr>
          </a:p>
        </p:txBody>
      </p:sp>
      <p:sp>
        <p:nvSpPr>
          <p:cNvPr id="227" name="Google Shape;227;p49"/>
          <p:cNvSpPr/>
          <p:nvPr/>
        </p:nvSpPr>
        <p:spPr>
          <a:xfrm>
            <a:off x="198121" y="71020"/>
            <a:ext cx="1280400" cy="199800"/>
          </a:xfrm>
          <a:prstGeom prst="rect">
            <a:avLst/>
          </a:prstGeom>
          <a:noFill/>
          <a:ln>
            <a:noFill/>
          </a:ln>
        </p:spPr>
        <p:txBody>
          <a:bodyPr anchorCtr="0" anchor="t" bIns="32075" lIns="64150" spcFirstLastPara="1" rIns="64150" wrap="square" tIns="32075">
            <a:noAutofit/>
          </a:bodyPr>
          <a:lstStyle/>
          <a:p>
            <a:pPr indent="0" lvl="0" marL="0" marR="0" rtl="0" algn="ctr">
              <a:lnSpc>
                <a:spcPct val="75000"/>
              </a:lnSpc>
              <a:spcBef>
                <a:spcPts val="0"/>
              </a:spcBef>
              <a:spcAft>
                <a:spcPts val="0"/>
              </a:spcAft>
              <a:buClr>
                <a:srgbClr val="000000"/>
              </a:buClr>
              <a:buSzPts val="1200"/>
              <a:buFont typeface="Arial"/>
              <a:buNone/>
            </a:pPr>
            <a:r>
              <a:rPr b="0" i="0" lang="en" sz="1200" u="none" cap="none" strike="noStrike">
                <a:solidFill>
                  <a:srgbClr val="262626"/>
                </a:solidFill>
                <a:latin typeface="Cambria"/>
                <a:ea typeface="Cambria"/>
                <a:cs typeface="Cambria"/>
                <a:sym typeface="Cambria"/>
              </a:rPr>
              <a:t>Preliminaries</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2" name="Shape 232"/>
        <p:cNvGrpSpPr/>
        <p:nvPr/>
      </p:nvGrpSpPr>
      <p:grpSpPr>
        <a:xfrm>
          <a:off x="0" y="0"/>
          <a:ext cx="0" cy="0"/>
          <a:chOff x="0" y="0"/>
          <a:chExt cx="0" cy="0"/>
        </a:xfrm>
      </p:grpSpPr>
      <p:sp>
        <p:nvSpPr>
          <p:cNvPr id="233" name="Google Shape;233;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4" name="Google Shape;234;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5" name="Google Shape;23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6" name="Shape 236"/>
        <p:cNvGrpSpPr/>
        <p:nvPr/>
      </p:nvGrpSpPr>
      <p:grpSpPr>
        <a:xfrm>
          <a:off x="0" y="0"/>
          <a:ext cx="0" cy="0"/>
          <a:chOff x="0" y="0"/>
          <a:chExt cx="0" cy="0"/>
        </a:xfrm>
      </p:grpSpPr>
      <p:sp>
        <p:nvSpPr>
          <p:cNvPr id="237" name="Google Shape;237;p5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38" name="Google Shape;238;p5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39" name="Google Shape;23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0" name="Shape 240"/>
        <p:cNvGrpSpPr/>
        <p:nvPr/>
      </p:nvGrpSpPr>
      <p:grpSpPr>
        <a:xfrm>
          <a:off x="0" y="0"/>
          <a:ext cx="0" cy="0"/>
          <a:chOff x="0" y="0"/>
          <a:chExt cx="0" cy="0"/>
        </a:xfrm>
      </p:grpSpPr>
      <p:sp>
        <p:nvSpPr>
          <p:cNvPr id="241" name="Google Shape;241;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2" name="Google Shape;242;p5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3" name="Google Shape;243;p5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4" name="Google Shape;2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5" name="Shape 245"/>
        <p:cNvGrpSpPr/>
        <p:nvPr/>
      </p:nvGrpSpPr>
      <p:grpSpPr>
        <a:xfrm>
          <a:off x="0" y="0"/>
          <a:ext cx="0" cy="0"/>
          <a:chOff x="0" y="0"/>
          <a:chExt cx="0" cy="0"/>
        </a:xfrm>
      </p:grpSpPr>
      <p:sp>
        <p:nvSpPr>
          <p:cNvPr id="246" name="Google Shape;246;p5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7" name="Google Shape;24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8" name="Shape 248"/>
        <p:cNvGrpSpPr/>
        <p:nvPr/>
      </p:nvGrpSpPr>
      <p:grpSpPr>
        <a:xfrm>
          <a:off x="0" y="0"/>
          <a:ext cx="0" cy="0"/>
          <a:chOff x="0" y="0"/>
          <a:chExt cx="0" cy="0"/>
        </a:xfrm>
      </p:grpSpPr>
      <p:sp>
        <p:nvSpPr>
          <p:cNvPr id="249" name="Google Shape;249;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0" name="Google Shape;250;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1" name="Shape 251"/>
        <p:cNvGrpSpPr/>
        <p:nvPr/>
      </p:nvGrpSpPr>
      <p:grpSpPr>
        <a:xfrm>
          <a:off x="0" y="0"/>
          <a:ext cx="0" cy="0"/>
          <a:chOff x="0" y="0"/>
          <a:chExt cx="0" cy="0"/>
        </a:xfrm>
      </p:grpSpPr>
      <p:sp>
        <p:nvSpPr>
          <p:cNvPr id="252" name="Google Shape;252;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53" name="Google Shape;253;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4" name="Google Shape;254;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5" name="Shape 255"/>
        <p:cNvGrpSpPr/>
        <p:nvPr/>
      </p:nvGrpSpPr>
      <p:grpSpPr>
        <a:xfrm>
          <a:off x="0" y="0"/>
          <a:ext cx="0" cy="0"/>
          <a:chOff x="0" y="0"/>
          <a:chExt cx="0" cy="0"/>
        </a:xfrm>
      </p:grpSpPr>
      <p:sp>
        <p:nvSpPr>
          <p:cNvPr id="256" name="Google Shape;256;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57" name="Google Shape;257;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8" name="Shape 258"/>
        <p:cNvGrpSpPr/>
        <p:nvPr/>
      </p:nvGrpSpPr>
      <p:grpSpPr>
        <a:xfrm>
          <a:off x="0" y="0"/>
          <a:ext cx="0" cy="0"/>
          <a:chOff x="0" y="0"/>
          <a:chExt cx="0" cy="0"/>
        </a:xfrm>
      </p:grpSpPr>
      <p:sp>
        <p:nvSpPr>
          <p:cNvPr id="259" name="Google Shape;259;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61" name="Google Shape;261;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2" name="Google Shape;262;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3" name="Google Shape;263;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4" name="Shape 264"/>
        <p:cNvGrpSpPr/>
        <p:nvPr/>
      </p:nvGrpSpPr>
      <p:grpSpPr>
        <a:xfrm>
          <a:off x="0" y="0"/>
          <a:ext cx="0" cy="0"/>
          <a:chOff x="0" y="0"/>
          <a:chExt cx="0" cy="0"/>
        </a:xfrm>
      </p:grpSpPr>
      <p:sp>
        <p:nvSpPr>
          <p:cNvPr id="265" name="Google Shape;265;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266" name="Google Shape;266;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7" name="Shape 267"/>
        <p:cNvGrpSpPr/>
        <p:nvPr/>
      </p:nvGrpSpPr>
      <p:grpSpPr>
        <a:xfrm>
          <a:off x="0" y="0"/>
          <a:ext cx="0" cy="0"/>
          <a:chOff x="0" y="0"/>
          <a:chExt cx="0" cy="0"/>
        </a:xfrm>
      </p:grpSpPr>
      <p:sp>
        <p:nvSpPr>
          <p:cNvPr id="268" name="Google Shape;268;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69" name="Google Shape;269;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70" name="Google Shape;270;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Label &amp; Content" type="obj">
  <p:cSld name="OBJECT">
    <p:bg>
      <p:bgPr>
        <a:solidFill>
          <a:schemeClr val="lt1"/>
        </a:solidFill>
      </p:bgPr>
    </p:bg>
    <p:spTree>
      <p:nvGrpSpPr>
        <p:cNvPr id="273" name="Shape 273"/>
        <p:cNvGrpSpPr/>
        <p:nvPr/>
      </p:nvGrpSpPr>
      <p:grpSpPr>
        <a:xfrm>
          <a:off x="0" y="0"/>
          <a:ext cx="0" cy="0"/>
          <a:chOff x="0" y="0"/>
          <a:chExt cx="0" cy="0"/>
        </a:xfrm>
      </p:grpSpPr>
      <p:sp>
        <p:nvSpPr>
          <p:cNvPr id="274" name="Google Shape;274;p62"/>
          <p:cNvSpPr txBox="1"/>
          <p:nvPr>
            <p:ph type="title"/>
          </p:nvPr>
        </p:nvSpPr>
        <p:spPr>
          <a:xfrm>
            <a:off x="228601" y="342900"/>
            <a:ext cx="86670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780"/>
              <a:buFont typeface="Cambria"/>
              <a:buNone/>
              <a:defRPr sz="378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62"/>
          <p:cNvSpPr txBox="1"/>
          <p:nvPr>
            <p:ph idx="1" type="body"/>
          </p:nvPr>
        </p:nvSpPr>
        <p:spPr>
          <a:xfrm>
            <a:off x="228601" y="1337311"/>
            <a:ext cx="8667000" cy="3257400"/>
          </a:xfrm>
          <a:prstGeom prst="rect">
            <a:avLst/>
          </a:prstGeom>
          <a:noFill/>
          <a:ln>
            <a:noFill/>
          </a:ln>
        </p:spPr>
        <p:txBody>
          <a:bodyPr anchorCtr="0" anchor="t" bIns="45700" lIns="91425" spcFirstLastPara="1" rIns="91425" wrap="square" tIns="45700">
            <a:normAutofit/>
          </a:bodyPr>
          <a:lstStyle>
            <a:lvl1pPr indent="-388620" lvl="0" marL="457200" algn="l">
              <a:lnSpc>
                <a:spcPct val="100000"/>
              </a:lnSpc>
              <a:spcBef>
                <a:spcPts val="540"/>
              </a:spcBef>
              <a:spcAft>
                <a:spcPts val="0"/>
              </a:spcAft>
              <a:buSzPts val="2520"/>
              <a:buChar char="•"/>
              <a:defRPr sz="2520"/>
            </a:lvl1pPr>
            <a:lvl2pPr indent="-365760" lvl="1" marL="914400" algn="l">
              <a:lnSpc>
                <a:spcPct val="100000"/>
              </a:lnSpc>
              <a:spcBef>
                <a:spcPts val="270"/>
              </a:spcBef>
              <a:spcAft>
                <a:spcPts val="0"/>
              </a:spcAft>
              <a:buSzPts val="2160"/>
              <a:buChar char="–"/>
              <a:defRPr sz="2160"/>
            </a:lvl2pPr>
            <a:lvl3pPr indent="-342900" lvl="2" marL="1371600" algn="l">
              <a:lnSpc>
                <a:spcPct val="100000"/>
              </a:lnSpc>
              <a:spcBef>
                <a:spcPts val="270"/>
              </a:spcBef>
              <a:spcAft>
                <a:spcPts val="0"/>
              </a:spcAft>
              <a:buSzPts val="1800"/>
              <a:buChar char="•"/>
              <a:defRPr sz="1800"/>
            </a:lvl3pPr>
            <a:lvl4pPr indent="-331470" lvl="3" marL="1828800" algn="l">
              <a:lnSpc>
                <a:spcPct val="100000"/>
              </a:lnSpc>
              <a:spcBef>
                <a:spcPts val="0"/>
              </a:spcBef>
              <a:spcAft>
                <a:spcPts val="0"/>
              </a:spcAft>
              <a:buSzPts val="1620"/>
              <a:buChar char="–"/>
              <a:defRPr sz="1620"/>
            </a:lvl4pPr>
            <a:lvl5pPr indent="-320040" lvl="4" marL="2286000" algn="l">
              <a:lnSpc>
                <a:spcPct val="100000"/>
              </a:lnSpc>
              <a:spcBef>
                <a:spcPts val="0"/>
              </a:spcBef>
              <a:spcAft>
                <a:spcPts val="0"/>
              </a:spcAft>
              <a:buSzPts val="1440"/>
              <a:buChar char="»"/>
              <a:defRPr sz="144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6" name="Google Shape;276;p62"/>
          <p:cNvSpPr txBox="1"/>
          <p:nvPr>
            <p:ph idx="11" type="ftr"/>
          </p:nvPr>
        </p:nvSpPr>
        <p:spPr>
          <a:xfrm>
            <a:off x="3124200" y="4767264"/>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7" name="Google Shape;277;p62">
            <a:hlinkClick action="ppaction://hlinkshowjump?jump=nextslide"/>
          </p:cNvPr>
          <p:cNvSpPr/>
          <p:nvPr/>
        </p:nvSpPr>
        <p:spPr>
          <a:xfrm>
            <a:off x="8621396" y="4781551"/>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170"/>
              <a:buFont typeface="Arial"/>
              <a:buNone/>
            </a:pPr>
            <a:r>
              <a:t/>
            </a:r>
            <a:endParaRPr b="1" i="0" sz="1170" u="none" cap="none" strike="noStrike">
              <a:solidFill>
                <a:srgbClr val="BFBFBF"/>
              </a:solidFill>
              <a:latin typeface="Cambria"/>
              <a:ea typeface="Cambria"/>
              <a:cs typeface="Cambria"/>
              <a:sym typeface="Cambria"/>
            </a:endParaRPr>
          </a:p>
        </p:txBody>
      </p:sp>
      <p:sp>
        <p:nvSpPr>
          <p:cNvPr id="278" name="Google Shape;278;p62">
            <a:hlinkClick action="ppaction://hlinkshowjump?jump=previousslide"/>
          </p:cNvPr>
          <p:cNvSpPr/>
          <p:nvPr/>
        </p:nvSpPr>
        <p:spPr>
          <a:xfrm>
            <a:off x="8243452" y="4781550"/>
            <a:ext cx="274200" cy="246900"/>
          </a:xfrm>
          <a:prstGeom prst="ellipse">
            <a:avLst/>
          </a:prstGeom>
          <a:solidFill>
            <a:srgbClr val="F2F2F2"/>
          </a:solidFill>
          <a:ln>
            <a:noFill/>
          </a:ln>
          <a:effectLst>
            <a:outerShdw blurRad="63500" sx="102000" rotWithShape="0" algn="ctr" sy="102000">
              <a:srgbClr val="000000">
                <a:alpha val="40000"/>
              </a:srgbClr>
            </a:outerShdw>
          </a:effectLst>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170"/>
              <a:buFont typeface="Arial"/>
              <a:buNone/>
            </a:pPr>
            <a:r>
              <a:t/>
            </a:r>
            <a:endParaRPr b="1" i="0" sz="1170" u="none" cap="none" strike="noStrike">
              <a:solidFill>
                <a:srgbClr val="BFBFBF"/>
              </a:solidFill>
              <a:latin typeface="Cambria"/>
              <a:ea typeface="Cambria"/>
              <a:cs typeface="Cambria"/>
              <a:sym typeface="Cambria"/>
            </a:endParaRPr>
          </a:p>
        </p:txBody>
      </p:sp>
      <p:sp>
        <p:nvSpPr>
          <p:cNvPr id="279" name="Google Shape;279;p62"/>
          <p:cNvSpPr/>
          <p:nvPr/>
        </p:nvSpPr>
        <p:spPr>
          <a:xfrm flipH="1">
            <a:off x="8339525" y="4854702"/>
            <a:ext cx="822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40"/>
              <a:buFont typeface="Arial"/>
              <a:buNone/>
            </a:pPr>
            <a:r>
              <a:t/>
            </a:r>
            <a:endParaRPr b="0" i="0" sz="1440" u="none" cap="none" strike="noStrike">
              <a:solidFill>
                <a:srgbClr val="000000"/>
              </a:solidFill>
              <a:latin typeface="Cambria"/>
              <a:ea typeface="Cambria"/>
              <a:cs typeface="Cambria"/>
              <a:sym typeface="Cambria"/>
            </a:endParaRPr>
          </a:p>
        </p:txBody>
      </p:sp>
      <p:sp>
        <p:nvSpPr>
          <p:cNvPr id="280" name="Google Shape;280;p62"/>
          <p:cNvSpPr/>
          <p:nvPr/>
        </p:nvSpPr>
        <p:spPr>
          <a:xfrm>
            <a:off x="8717371" y="4854702"/>
            <a:ext cx="82200" cy="100500"/>
          </a:xfrm>
          <a:prstGeom prst="chevron">
            <a:avLst>
              <a:gd fmla="val 79255" name="adj"/>
            </a:avLst>
          </a:prstGeom>
          <a:solidFill>
            <a:srgbClr val="262626"/>
          </a:solidFill>
          <a:ln>
            <a:noFill/>
          </a:ln>
        </p:spPr>
        <p:txBody>
          <a:bodyPr anchorCtr="0" anchor="ctr" bIns="38200" lIns="76400" spcFirstLastPara="1" rIns="76400" wrap="square" tIns="38200">
            <a:noAutofit/>
          </a:bodyPr>
          <a:lstStyle/>
          <a:p>
            <a:pPr indent="0" lvl="0" marL="0" marR="0" rtl="0" algn="ctr">
              <a:lnSpc>
                <a:spcPct val="100000"/>
              </a:lnSpc>
              <a:spcBef>
                <a:spcPts val="0"/>
              </a:spcBef>
              <a:spcAft>
                <a:spcPts val="0"/>
              </a:spcAft>
              <a:buClr>
                <a:srgbClr val="000000"/>
              </a:buClr>
              <a:buSzPts val="1440"/>
              <a:buFont typeface="Arial"/>
              <a:buNone/>
            </a:pPr>
            <a:r>
              <a:t/>
            </a:r>
            <a:endParaRPr b="0" i="0" sz="1440" u="none" cap="none" strike="noStrike">
              <a:solidFill>
                <a:srgbClr val="000000"/>
              </a:solidFill>
              <a:latin typeface="Cambria"/>
              <a:ea typeface="Cambria"/>
              <a:cs typeface="Cambria"/>
              <a:sym typeface="Cambria"/>
            </a:endParaRPr>
          </a:p>
        </p:txBody>
      </p:sp>
      <p:sp>
        <p:nvSpPr>
          <p:cNvPr id="281" name="Google Shape;281;p62"/>
          <p:cNvSpPr txBox="1"/>
          <p:nvPr>
            <p:ph idx="10" type="dt"/>
          </p:nvPr>
        </p:nvSpPr>
        <p:spPr>
          <a:xfrm>
            <a:off x="6553200" y="4766787"/>
            <a:ext cx="12192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2" name="Google Shape;282;p62"/>
          <p:cNvSpPr txBox="1"/>
          <p:nvPr>
            <p:ph idx="12" type="sldNum"/>
          </p:nvPr>
        </p:nvSpPr>
        <p:spPr>
          <a:xfrm>
            <a:off x="152400" y="4766787"/>
            <a:ext cx="2133600" cy="273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80"/>
              <a:buFont typeface="Arial"/>
              <a:buNone/>
              <a:defRPr b="0" i="0" sz="1080" u="none" cap="none" strike="noStrike">
                <a:solidFill>
                  <a:srgbClr val="888888"/>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TITLE_1_2">
    <p:spTree>
      <p:nvGrpSpPr>
        <p:cNvPr id="283" name="Shape 283"/>
        <p:cNvGrpSpPr/>
        <p:nvPr/>
      </p:nvGrpSpPr>
      <p:grpSpPr>
        <a:xfrm>
          <a:off x="0" y="0"/>
          <a:ext cx="0" cy="0"/>
          <a:chOff x="0" y="0"/>
          <a:chExt cx="0" cy="0"/>
        </a:xfrm>
      </p:grpSpPr>
      <p:sp>
        <p:nvSpPr>
          <p:cNvPr id="284" name="Google Shape;284;p63"/>
          <p:cNvSpPr txBox="1"/>
          <p:nvPr>
            <p:ph idx="12" type="sldNum"/>
          </p:nvPr>
        </p:nvSpPr>
        <p:spPr>
          <a:xfrm>
            <a:off x="8366700" y="0"/>
            <a:ext cx="548700" cy="4575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w Agenda/Closing Slide">
  <p:cSld name="TITLE_1_1_3">
    <p:spTree>
      <p:nvGrpSpPr>
        <p:cNvPr id="285" name="Shape 285"/>
        <p:cNvGrpSpPr/>
        <p:nvPr/>
      </p:nvGrpSpPr>
      <p:grpSpPr>
        <a:xfrm>
          <a:off x="0" y="0"/>
          <a:ext cx="0" cy="0"/>
          <a:chOff x="0" y="0"/>
          <a:chExt cx="0" cy="0"/>
        </a:xfrm>
      </p:grpSpPr>
      <p:sp>
        <p:nvSpPr>
          <p:cNvPr id="286" name="Google Shape;286;p64"/>
          <p:cNvSpPr txBox="1"/>
          <p:nvPr>
            <p:ph idx="12" type="sldNum"/>
          </p:nvPr>
        </p:nvSpPr>
        <p:spPr>
          <a:xfrm>
            <a:off x="8412480" y="0"/>
            <a:ext cx="457200" cy="365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64"/>
          <p:cNvSpPr txBox="1"/>
          <p:nvPr>
            <p:ph type="title"/>
          </p:nvPr>
        </p:nvSpPr>
        <p:spPr>
          <a:xfrm>
            <a:off x="274320" y="1097280"/>
            <a:ext cx="5486400" cy="1828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4000">
                <a:latin typeface="Merriweather Light"/>
                <a:ea typeface="Merriweather Light"/>
                <a:cs typeface="Merriweather Light"/>
                <a:sym typeface="Merriweather Light"/>
              </a:defRPr>
            </a:lvl1pPr>
            <a:lvl2pPr lvl="1" algn="l">
              <a:lnSpc>
                <a:spcPct val="100000"/>
              </a:lnSpc>
              <a:spcBef>
                <a:spcPts val="0"/>
              </a:spcBef>
              <a:spcAft>
                <a:spcPts val="0"/>
              </a:spcAft>
              <a:buSzPts val="2800"/>
              <a:buNone/>
              <a:defRPr sz="4000">
                <a:latin typeface="Merriweather Light"/>
                <a:ea typeface="Merriweather Light"/>
                <a:cs typeface="Merriweather Light"/>
                <a:sym typeface="Merriweather Light"/>
              </a:defRPr>
            </a:lvl2pPr>
            <a:lvl3pPr lvl="2" algn="l">
              <a:lnSpc>
                <a:spcPct val="100000"/>
              </a:lnSpc>
              <a:spcBef>
                <a:spcPts val="0"/>
              </a:spcBef>
              <a:spcAft>
                <a:spcPts val="0"/>
              </a:spcAft>
              <a:buSzPts val="2800"/>
              <a:buNone/>
              <a:defRPr sz="4000">
                <a:latin typeface="Merriweather Light"/>
                <a:ea typeface="Merriweather Light"/>
                <a:cs typeface="Merriweather Light"/>
                <a:sym typeface="Merriweather Light"/>
              </a:defRPr>
            </a:lvl3pPr>
            <a:lvl4pPr lvl="3" algn="l">
              <a:lnSpc>
                <a:spcPct val="100000"/>
              </a:lnSpc>
              <a:spcBef>
                <a:spcPts val="0"/>
              </a:spcBef>
              <a:spcAft>
                <a:spcPts val="0"/>
              </a:spcAft>
              <a:buSzPts val="2800"/>
              <a:buNone/>
              <a:defRPr sz="4000">
                <a:latin typeface="Merriweather Light"/>
                <a:ea typeface="Merriweather Light"/>
                <a:cs typeface="Merriweather Light"/>
                <a:sym typeface="Merriweather Light"/>
              </a:defRPr>
            </a:lvl4pPr>
            <a:lvl5pPr lvl="4" algn="l">
              <a:lnSpc>
                <a:spcPct val="100000"/>
              </a:lnSpc>
              <a:spcBef>
                <a:spcPts val="0"/>
              </a:spcBef>
              <a:spcAft>
                <a:spcPts val="0"/>
              </a:spcAft>
              <a:buSzPts val="2800"/>
              <a:buNone/>
              <a:defRPr sz="4000">
                <a:latin typeface="Merriweather Light"/>
                <a:ea typeface="Merriweather Light"/>
                <a:cs typeface="Merriweather Light"/>
                <a:sym typeface="Merriweather Light"/>
              </a:defRPr>
            </a:lvl5pPr>
            <a:lvl6pPr lvl="5" algn="l">
              <a:lnSpc>
                <a:spcPct val="100000"/>
              </a:lnSpc>
              <a:spcBef>
                <a:spcPts val="0"/>
              </a:spcBef>
              <a:spcAft>
                <a:spcPts val="0"/>
              </a:spcAft>
              <a:buSzPts val="2800"/>
              <a:buNone/>
              <a:defRPr sz="4000">
                <a:latin typeface="Merriweather Light"/>
                <a:ea typeface="Merriweather Light"/>
                <a:cs typeface="Merriweather Light"/>
                <a:sym typeface="Merriweather Light"/>
              </a:defRPr>
            </a:lvl6pPr>
            <a:lvl7pPr lvl="6" algn="l">
              <a:lnSpc>
                <a:spcPct val="100000"/>
              </a:lnSpc>
              <a:spcBef>
                <a:spcPts val="0"/>
              </a:spcBef>
              <a:spcAft>
                <a:spcPts val="0"/>
              </a:spcAft>
              <a:buSzPts val="2800"/>
              <a:buNone/>
              <a:defRPr sz="4000">
                <a:latin typeface="Merriweather Light"/>
                <a:ea typeface="Merriweather Light"/>
                <a:cs typeface="Merriweather Light"/>
                <a:sym typeface="Merriweather Light"/>
              </a:defRPr>
            </a:lvl7pPr>
            <a:lvl8pPr lvl="7" algn="l">
              <a:lnSpc>
                <a:spcPct val="100000"/>
              </a:lnSpc>
              <a:spcBef>
                <a:spcPts val="0"/>
              </a:spcBef>
              <a:spcAft>
                <a:spcPts val="0"/>
              </a:spcAft>
              <a:buSzPts val="2800"/>
              <a:buNone/>
              <a:defRPr sz="4000">
                <a:latin typeface="Merriweather Light"/>
                <a:ea typeface="Merriweather Light"/>
                <a:cs typeface="Merriweather Light"/>
                <a:sym typeface="Merriweather Light"/>
              </a:defRPr>
            </a:lvl8pPr>
            <a:lvl9pPr lvl="8" algn="l">
              <a:lnSpc>
                <a:spcPct val="100000"/>
              </a:lnSpc>
              <a:spcBef>
                <a:spcPts val="0"/>
              </a:spcBef>
              <a:spcAft>
                <a:spcPts val="0"/>
              </a:spcAft>
              <a:buSzPts val="2800"/>
              <a:buNone/>
              <a:defRPr sz="4000">
                <a:latin typeface="Merriweather Light"/>
                <a:ea typeface="Merriweather Light"/>
                <a:cs typeface="Merriweather Light"/>
                <a:sym typeface="Merriweather Light"/>
              </a:defRPr>
            </a:lvl9pPr>
          </a:lstStyle>
          <a:p/>
        </p:txBody>
      </p:sp>
      <p:sp>
        <p:nvSpPr>
          <p:cNvPr id="288" name="Google Shape;288;p64"/>
          <p:cNvSpPr txBox="1"/>
          <p:nvPr>
            <p:ph idx="1" type="subTitle"/>
          </p:nvPr>
        </p:nvSpPr>
        <p:spPr>
          <a:xfrm>
            <a:off x="274325" y="4572000"/>
            <a:ext cx="5696700" cy="3657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100"/>
              </a:spcBef>
              <a:spcAft>
                <a:spcPts val="0"/>
              </a:spcAft>
              <a:buSzPts val="1800"/>
              <a:buNone/>
              <a:defRPr sz="1000">
                <a:solidFill>
                  <a:schemeClr val="dk1"/>
                </a:solidFill>
                <a:latin typeface="Roboto"/>
                <a:ea typeface="Roboto"/>
                <a:cs typeface="Roboto"/>
                <a:sym typeface="Roboto"/>
              </a:defRPr>
            </a:lvl1pPr>
            <a:lvl2pPr lvl="1" algn="l">
              <a:lnSpc>
                <a:spcPct val="115000"/>
              </a:lnSpc>
              <a:spcBef>
                <a:spcPts val="1200"/>
              </a:spcBef>
              <a:spcAft>
                <a:spcPts val="0"/>
              </a:spcAft>
              <a:buSzPts val="1400"/>
              <a:buNone/>
              <a:defRPr sz="1000">
                <a:solidFill>
                  <a:schemeClr val="dk1"/>
                </a:solidFill>
                <a:latin typeface="Roboto"/>
                <a:ea typeface="Roboto"/>
                <a:cs typeface="Roboto"/>
                <a:sym typeface="Roboto"/>
              </a:defRPr>
            </a:lvl2pPr>
            <a:lvl3pPr lvl="2" algn="l">
              <a:lnSpc>
                <a:spcPct val="115000"/>
              </a:lnSpc>
              <a:spcBef>
                <a:spcPts val="1200"/>
              </a:spcBef>
              <a:spcAft>
                <a:spcPts val="0"/>
              </a:spcAft>
              <a:buSzPts val="1400"/>
              <a:buNone/>
              <a:defRPr sz="1000">
                <a:solidFill>
                  <a:schemeClr val="dk1"/>
                </a:solidFill>
                <a:latin typeface="Roboto"/>
                <a:ea typeface="Roboto"/>
                <a:cs typeface="Roboto"/>
                <a:sym typeface="Roboto"/>
              </a:defRPr>
            </a:lvl3pPr>
            <a:lvl4pPr lvl="3" algn="l">
              <a:lnSpc>
                <a:spcPct val="115000"/>
              </a:lnSpc>
              <a:spcBef>
                <a:spcPts val="1200"/>
              </a:spcBef>
              <a:spcAft>
                <a:spcPts val="0"/>
              </a:spcAft>
              <a:buSzPts val="1400"/>
              <a:buNone/>
              <a:defRPr sz="1000">
                <a:solidFill>
                  <a:schemeClr val="dk1"/>
                </a:solidFill>
                <a:latin typeface="Roboto"/>
                <a:ea typeface="Roboto"/>
                <a:cs typeface="Roboto"/>
                <a:sym typeface="Roboto"/>
              </a:defRPr>
            </a:lvl4pPr>
            <a:lvl5pPr lvl="4" algn="l">
              <a:lnSpc>
                <a:spcPct val="115000"/>
              </a:lnSpc>
              <a:spcBef>
                <a:spcPts val="1200"/>
              </a:spcBef>
              <a:spcAft>
                <a:spcPts val="0"/>
              </a:spcAft>
              <a:buSzPts val="1400"/>
              <a:buNone/>
              <a:defRPr sz="1000">
                <a:solidFill>
                  <a:schemeClr val="dk1"/>
                </a:solidFill>
                <a:latin typeface="Roboto"/>
                <a:ea typeface="Roboto"/>
                <a:cs typeface="Roboto"/>
                <a:sym typeface="Roboto"/>
              </a:defRPr>
            </a:lvl5pPr>
            <a:lvl6pPr lvl="5" algn="l">
              <a:lnSpc>
                <a:spcPct val="115000"/>
              </a:lnSpc>
              <a:spcBef>
                <a:spcPts val="1200"/>
              </a:spcBef>
              <a:spcAft>
                <a:spcPts val="0"/>
              </a:spcAft>
              <a:buSzPts val="1400"/>
              <a:buNone/>
              <a:defRPr sz="1000">
                <a:solidFill>
                  <a:schemeClr val="dk1"/>
                </a:solidFill>
                <a:latin typeface="Roboto"/>
                <a:ea typeface="Roboto"/>
                <a:cs typeface="Roboto"/>
                <a:sym typeface="Roboto"/>
              </a:defRPr>
            </a:lvl6pPr>
            <a:lvl7pPr lvl="6" algn="l">
              <a:lnSpc>
                <a:spcPct val="115000"/>
              </a:lnSpc>
              <a:spcBef>
                <a:spcPts val="1200"/>
              </a:spcBef>
              <a:spcAft>
                <a:spcPts val="0"/>
              </a:spcAft>
              <a:buSzPts val="1400"/>
              <a:buNone/>
              <a:defRPr sz="1000">
                <a:solidFill>
                  <a:schemeClr val="dk1"/>
                </a:solidFill>
                <a:latin typeface="Roboto"/>
                <a:ea typeface="Roboto"/>
                <a:cs typeface="Roboto"/>
                <a:sym typeface="Roboto"/>
              </a:defRPr>
            </a:lvl7pPr>
            <a:lvl8pPr lvl="7" algn="l">
              <a:lnSpc>
                <a:spcPct val="115000"/>
              </a:lnSpc>
              <a:spcBef>
                <a:spcPts val="1200"/>
              </a:spcBef>
              <a:spcAft>
                <a:spcPts val="0"/>
              </a:spcAft>
              <a:buSzPts val="1400"/>
              <a:buNone/>
              <a:defRPr sz="1000">
                <a:solidFill>
                  <a:schemeClr val="dk1"/>
                </a:solidFill>
                <a:latin typeface="Roboto"/>
                <a:ea typeface="Roboto"/>
                <a:cs typeface="Roboto"/>
                <a:sym typeface="Roboto"/>
              </a:defRPr>
            </a:lvl8pPr>
            <a:lvl9pPr lvl="8" algn="l">
              <a:lnSpc>
                <a:spcPct val="115000"/>
              </a:lnSpc>
              <a:spcBef>
                <a:spcPts val="1200"/>
              </a:spcBef>
              <a:spcAft>
                <a:spcPts val="1200"/>
              </a:spcAft>
              <a:buSzPts val="1400"/>
              <a:buNone/>
              <a:defRPr sz="1000">
                <a:solidFill>
                  <a:schemeClr val="dk1"/>
                </a:solidFill>
                <a:latin typeface="Roboto"/>
                <a:ea typeface="Roboto"/>
                <a:cs typeface="Roboto"/>
                <a:sym typeface="Roboto"/>
              </a:defRPr>
            </a:lvl9pPr>
          </a:lstStyle>
          <a:p/>
        </p:txBody>
      </p:sp>
      <p:sp>
        <p:nvSpPr>
          <p:cNvPr id="289" name="Google Shape;289;p64"/>
          <p:cNvSpPr txBox="1"/>
          <p:nvPr>
            <p:ph idx="2" type="body"/>
          </p:nvPr>
        </p:nvSpPr>
        <p:spPr>
          <a:xfrm>
            <a:off x="6035040" y="1700784"/>
            <a:ext cx="2743200" cy="274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290" name="Google Shape;290;p64"/>
          <p:cNvSpPr txBox="1"/>
          <p:nvPr>
            <p:ph idx="3" type="body"/>
          </p:nvPr>
        </p:nvSpPr>
        <p:spPr>
          <a:xfrm>
            <a:off x="6035040" y="11887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1pPr>
            <a:lvl2pPr indent="-304800" lvl="1" marL="9144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2pPr>
            <a:lvl3pPr indent="-304800" lvl="2" marL="13716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3pPr>
            <a:lvl4pPr indent="-304800" lvl="3" marL="18288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4pPr>
            <a:lvl5pPr indent="-304800" lvl="4" marL="22860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5pPr>
            <a:lvl6pPr indent="-304800" lvl="5" marL="27432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6pPr>
            <a:lvl7pPr indent="-304800" lvl="6" marL="32004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7pPr>
            <a:lvl8pPr indent="-304800" lvl="7" marL="36576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8pPr>
            <a:lvl9pPr indent="-304800" lvl="8" marL="41148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 Content">
  <p:cSld name="TITLE_1_1_1_2_2">
    <p:spTree>
      <p:nvGrpSpPr>
        <p:cNvPr id="291" name="Shape 291"/>
        <p:cNvGrpSpPr/>
        <p:nvPr/>
      </p:nvGrpSpPr>
      <p:grpSpPr>
        <a:xfrm>
          <a:off x="0" y="0"/>
          <a:ext cx="0" cy="0"/>
          <a:chOff x="0" y="0"/>
          <a:chExt cx="0" cy="0"/>
        </a:xfrm>
      </p:grpSpPr>
      <p:sp>
        <p:nvSpPr>
          <p:cNvPr id="292" name="Google Shape;292;p65"/>
          <p:cNvSpPr txBox="1"/>
          <p:nvPr>
            <p:ph idx="1" type="body"/>
          </p:nvPr>
        </p:nvSpPr>
        <p:spPr>
          <a:xfrm>
            <a:off x="274320" y="2517102"/>
            <a:ext cx="2377500" cy="1828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293" name="Google Shape;293;p65"/>
          <p:cNvSpPr txBox="1"/>
          <p:nvPr>
            <p:ph idx="12" type="sldNum"/>
          </p:nvPr>
        </p:nvSpPr>
        <p:spPr>
          <a:xfrm>
            <a:off x="8412480" y="0"/>
            <a:ext cx="457200" cy="365700"/>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1pPr>
            <a:lvl2pPr indent="0" lvl="1"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2pPr>
            <a:lvl3pPr indent="0" lvl="2"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3pPr>
            <a:lvl4pPr indent="0" lvl="3"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4pPr>
            <a:lvl5pPr indent="0" lvl="4"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5pPr>
            <a:lvl6pPr indent="0" lvl="5"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6pPr>
            <a:lvl7pPr indent="0" lvl="6"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7pPr>
            <a:lvl8pPr indent="0" lvl="7"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8pPr>
            <a:lvl9pPr indent="0" lvl="8"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en"/>
              <a:t>‹#›</a:t>
            </a:fld>
            <a:endParaRPr/>
          </a:p>
        </p:txBody>
      </p:sp>
      <p:sp>
        <p:nvSpPr>
          <p:cNvPr id="294" name="Google Shape;294;p65"/>
          <p:cNvSpPr txBox="1"/>
          <p:nvPr>
            <p:ph type="title"/>
          </p:nvPr>
        </p:nvSpPr>
        <p:spPr>
          <a:xfrm>
            <a:off x="237756" y="603500"/>
            <a:ext cx="2377500" cy="1828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1pPr>
            <a:lvl2pPr lvl="1"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2pPr>
            <a:lvl3pPr lvl="2"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3pPr>
            <a:lvl4pPr lvl="3"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4pPr>
            <a:lvl5pPr lvl="4"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5pPr>
            <a:lvl6pPr lvl="5"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6pPr>
            <a:lvl7pPr lvl="6"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7pPr>
            <a:lvl8pPr lvl="7"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8pPr>
            <a:lvl9pPr lvl="8"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9pPr>
          </a:lstStyle>
          <a:p/>
        </p:txBody>
      </p:sp>
      <p:sp>
        <p:nvSpPr>
          <p:cNvPr id="295" name="Google Shape;295;p65"/>
          <p:cNvSpPr txBox="1"/>
          <p:nvPr>
            <p:ph idx="2" type="subTitle"/>
          </p:nvPr>
        </p:nvSpPr>
        <p:spPr>
          <a:xfrm>
            <a:off x="274325" y="4572000"/>
            <a:ext cx="5696700" cy="3657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100"/>
              </a:spcBef>
              <a:spcAft>
                <a:spcPts val="0"/>
              </a:spcAft>
              <a:buSzPts val="1800"/>
              <a:buNone/>
              <a:defRPr sz="1000">
                <a:solidFill>
                  <a:schemeClr val="dk1"/>
                </a:solidFill>
                <a:latin typeface="Roboto"/>
                <a:ea typeface="Roboto"/>
                <a:cs typeface="Roboto"/>
                <a:sym typeface="Roboto"/>
              </a:defRPr>
            </a:lvl1pPr>
            <a:lvl2pPr lvl="1" algn="l">
              <a:lnSpc>
                <a:spcPct val="115000"/>
              </a:lnSpc>
              <a:spcBef>
                <a:spcPts val="1200"/>
              </a:spcBef>
              <a:spcAft>
                <a:spcPts val="0"/>
              </a:spcAft>
              <a:buSzPts val="1400"/>
              <a:buNone/>
              <a:defRPr sz="1000">
                <a:solidFill>
                  <a:schemeClr val="dk1"/>
                </a:solidFill>
                <a:latin typeface="Roboto"/>
                <a:ea typeface="Roboto"/>
                <a:cs typeface="Roboto"/>
                <a:sym typeface="Roboto"/>
              </a:defRPr>
            </a:lvl2pPr>
            <a:lvl3pPr lvl="2" algn="l">
              <a:lnSpc>
                <a:spcPct val="115000"/>
              </a:lnSpc>
              <a:spcBef>
                <a:spcPts val="1200"/>
              </a:spcBef>
              <a:spcAft>
                <a:spcPts val="0"/>
              </a:spcAft>
              <a:buSzPts val="1400"/>
              <a:buNone/>
              <a:defRPr sz="1000">
                <a:solidFill>
                  <a:schemeClr val="dk1"/>
                </a:solidFill>
                <a:latin typeface="Roboto"/>
                <a:ea typeface="Roboto"/>
                <a:cs typeface="Roboto"/>
                <a:sym typeface="Roboto"/>
              </a:defRPr>
            </a:lvl3pPr>
            <a:lvl4pPr lvl="3" algn="l">
              <a:lnSpc>
                <a:spcPct val="115000"/>
              </a:lnSpc>
              <a:spcBef>
                <a:spcPts val="1200"/>
              </a:spcBef>
              <a:spcAft>
                <a:spcPts val="0"/>
              </a:spcAft>
              <a:buSzPts val="1400"/>
              <a:buNone/>
              <a:defRPr sz="1000">
                <a:solidFill>
                  <a:schemeClr val="dk1"/>
                </a:solidFill>
                <a:latin typeface="Roboto"/>
                <a:ea typeface="Roboto"/>
                <a:cs typeface="Roboto"/>
                <a:sym typeface="Roboto"/>
              </a:defRPr>
            </a:lvl4pPr>
            <a:lvl5pPr lvl="4" algn="l">
              <a:lnSpc>
                <a:spcPct val="115000"/>
              </a:lnSpc>
              <a:spcBef>
                <a:spcPts val="1200"/>
              </a:spcBef>
              <a:spcAft>
                <a:spcPts val="0"/>
              </a:spcAft>
              <a:buSzPts val="1400"/>
              <a:buNone/>
              <a:defRPr sz="1000">
                <a:solidFill>
                  <a:schemeClr val="dk1"/>
                </a:solidFill>
                <a:latin typeface="Roboto"/>
                <a:ea typeface="Roboto"/>
                <a:cs typeface="Roboto"/>
                <a:sym typeface="Roboto"/>
              </a:defRPr>
            </a:lvl5pPr>
            <a:lvl6pPr lvl="5" algn="l">
              <a:lnSpc>
                <a:spcPct val="115000"/>
              </a:lnSpc>
              <a:spcBef>
                <a:spcPts val="1200"/>
              </a:spcBef>
              <a:spcAft>
                <a:spcPts val="0"/>
              </a:spcAft>
              <a:buSzPts val="1400"/>
              <a:buNone/>
              <a:defRPr sz="1000">
                <a:solidFill>
                  <a:schemeClr val="dk1"/>
                </a:solidFill>
                <a:latin typeface="Roboto"/>
                <a:ea typeface="Roboto"/>
                <a:cs typeface="Roboto"/>
                <a:sym typeface="Roboto"/>
              </a:defRPr>
            </a:lvl6pPr>
            <a:lvl7pPr lvl="6" algn="l">
              <a:lnSpc>
                <a:spcPct val="115000"/>
              </a:lnSpc>
              <a:spcBef>
                <a:spcPts val="1200"/>
              </a:spcBef>
              <a:spcAft>
                <a:spcPts val="0"/>
              </a:spcAft>
              <a:buSzPts val="1400"/>
              <a:buNone/>
              <a:defRPr sz="1000">
                <a:solidFill>
                  <a:schemeClr val="dk1"/>
                </a:solidFill>
                <a:latin typeface="Roboto"/>
                <a:ea typeface="Roboto"/>
                <a:cs typeface="Roboto"/>
                <a:sym typeface="Roboto"/>
              </a:defRPr>
            </a:lvl7pPr>
            <a:lvl8pPr lvl="7" algn="l">
              <a:lnSpc>
                <a:spcPct val="115000"/>
              </a:lnSpc>
              <a:spcBef>
                <a:spcPts val="1200"/>
              </a:spcBef>
              <a:spcAft>
                <a:spcPts val="0"/>
              </a:spcAft>
              <a:buSzPts val="1400"/>
              <a:buNone/>
              <a:defRPr sz="1000">
                <a:solidFill>
                  <a:schemeClr val="dk1"/>
                </a:solidFill>
                <a:latin typeface="Roboto"/>
                <a:ea typeface="Roboto"/>
                <a:cs typeface="Roboto"/>
                <a:sym typeface="Roboto"/>
              </a:defRPr>
            </a:lvl8pPr>
            <a:lvl9pPr lvl="8" algn="l">
              <a:lnSpc>
                <a:spcPct val="115000"/>
              </a:lnSpc>
              <a:spcBef>
                <a:spcPts val="1200"/>
              </a:spcBef>
              <a:spcAft>
                <a:spcPts val="1200"/>
              </a:spcAft>
              <a:buSzPts val="1400"/>
              <a:buNone/>
              <a:defRPr sz="1000">
                <a:solidFill>
                  <a:schemeClr val="dk1"/>
                </a:solidFill>
                <a:latin typeface="Roboto"/>
                <a:ea typeface="Roboto"/>
                <a:cs typeface="Roboto"/>
                <a:sym typeface="Roboto"/>
              </a:defRPr>
            </a:lvl9pPr>
          </a:lstStyle>
          <a:p/>
        </p:txBody>
      </p:sp>
      <p:sp>
        <p:nvSpPr>
          <p:cNvPr id="296" name="Google Shape;296;p65"/>
          <p:cNvSpPr txBox="1"/>
          <p:nvPr>
            <p:ph idx="3" type="subTitle"/>
          </p:nvPr>
        </p:nvSpPr>
        <p:spPr>
          <a:xfrm>
            <a:off x="274325" y="0"/>
            <a:ext cx="5696700" cy="365700"/>
          </a:xfrm>
          <a:prstGeom prst="rect">
            <a:avLst/>
          </a:prstGeom>
          <a:noFill/>
          <a:ln>
            <a:noFill/>
          </a:ln>
        </p:spPr>
        <p:txBody>
          <a:bodyPr anchorCtr="0" anchor="ctr" bIns="91425" lIns="91425" spcFirstLastPara="1" rIns="91425" wrap="square" tIns="91425">
            <a:normAutofit/>
          </a:bodyPr>
          <a:lstStyle>
            <a:lvl1pPr lvl="0" algn="l">
              <a:lnSpc>
                <a:spcPct val="115000"/>
              </a:lnSpc>
              <a:spcBef>
                <a:spcPts val="100"/>
              </a:spcBef>
              <a:spcAft>
                <a:spcPts val="0"/>
              </a:spcAft>
              <a:buSzPts val="1800"/>
              <a:buNone/>
              <a:defRPr sz="800">
                <a:solidFill>
                  <a:srgbClr val="757575"/>
                </a:solidFill>
                <a:latin typeface="Roboto Medium"/>
                <a:ea typeface="Roboto Medium"/>
                <a:cs typeface="Roboto Medium"/>
                <a:sym typeface="Roboto Medium"/>
              </a:defRPr>
            </a:lvl1pPr>
            <a:lvl2pPr lvl="1"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2pPr>
            <a:lvl3pPr lvl="2"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3pPr>
            <a:lvl4pPr lvl="3"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4pPr>
            <a:lvl5pPr lvl="4"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5pPr>
            <a:lvl6pPr lvl="5"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6pPr>
            <a:lvl7pPr lvl="6"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7pPr>
            <a:lvl8pPr lvl="7"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8pPr>
            <a:lvl9pPr lvl="8" algn="l">
              <a:lnSpc>
                <a:spcPct val="115000"/>
              </a:lnSpc>
              <a:spcBef>
                <a:spcPts val="1200"/>
              </a:spcBef>
              <a:spcAft>
                <a:spcPts val="1200"/>
              </a:spcAft>
              <a:buSzPts val="1400"/>
              <a:buNone/>
              <a:defRPr sz="800">
                <a:solidFill>
                  <a:srgbClr val="757575"/>
                </a:solidFill>
                <a:latin typeface="Roboto Medium"/>
                <a:ea typeface="Roboto Medium"/>
                <a:cs typeface="Roboto Medium"/>
                <a:sym typeface="Roboto Medium"/>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ITLE_1_1_1_2_3">
    <p:spTree>
      <p:nvGrpSpPr>
        <p:cNvPr id="297" name="Shape 297"/>
        <p:cNvGrpSpPr/>
        <p:nvPr/>
      </p:nvGrpSpPr>
      <p:grpSpPr>
        <a:xfrm>
          <a:off x="0" y="0"/>
          <a:ext cx="0" cy="0"/>
          <a:chOff x="0" y="0"/>
          <a:chExt cx="0" cy="0"/>
        </a:xfrm>
      </p:grpSpPr>
      <p:sp>
        <p:nvSpPr>
          <p:cNvPr id="298" name="Google Shape;298;p66"/>
          <p:cNvSpPr txBox="1"/>
          <p:nvPr>
            <p:ph idx="1" type="body"/>
          </p:nvPr>
        </p:nvSpPr>
        <p:spPr>
          <a:xfrm>
            <a:off x="274320" y="2106304"/>
            <a:ext cx="2743200" cy="237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299" name="Google Shape;299;p66"/>
          <p:cNvSpPr txBox="1"/>
          <p:nvPr>
            <p:ph idx="12" type="sldNum"/>
          </p:nvPr>
        </p:nvSpPr>
        <p:spPr>
          <a:xfrm>
            <a:off x="8412480" y="0"/>
            <a:ext cx="457200" cy="365700"/>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1pPr>
            <a:lvl2pPr indent="0" lvl="1"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2pPr>
            <a:lvl3pPr indent="0" lvl="2"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3pPr>
            <a:lvl4pPr indent="0" lvl="3"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4pPr>
            <a:lvl5pPr indent="0" lvl="4"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5pPr>
            <a:lvl6pPr indent="0" lvl="5"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6pPr>
            <a:lvl7pPr indent="0" lvl="6"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7pPr>
            <a:lvl8pPr indent="0" lvl="7"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8pPr>
            <a:lvl9pPr indent="0" lvl="8"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en"/>
              <a:t>‹#›</a:t>
            </a:fld>
            <a:endParaRPr/>
          </a:p>
        </p:txBody>
      </p:sp>
      <p:sp>
        <p:nvSpPr>
          <p:cNvPr id="300" name="Google Shape;300;p66"/>
          <p:cNvSpPr txBox="1"/>
          <p:nvPr>
            <p:ph type="title"/>
          </p:nvPr>
        </p:nvSpPr>
        <p:spPr>
          <a:xfrm>
            <a:off x="237751" y="603500"/>
            <a:ext cx="7132200" cy="109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1pPr>
            <a:lvl2pPr lvl="1"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2pPr>
            <a:lvl3pPr lvl="2"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3pPr>
            <a:lvl4pPr lvl="3"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4pPr>
            <a:lvl5pPr lvl="4"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5pPr>
            <a:lvl6pPr lvl="5"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6pPr>
            <a:lvl7pPr lvl="6"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7pPr>
            <a:lvl8pPr lvl="7"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8pPr>
            <a:lvl9pPr lvl="8"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9pPr>
          </a:lstStyle>
          <a:p/>
        </p:txBody>
      </p:sp>
      <p:sp>
        <p:nvSpPr>
          <p:cNvPr id="301" name="Google Shape;301;p66"/>
          <p:cNvSpPr txBox="1"/>
          <p:nvPr>
            <p:ph idx="2" type="subTitle"/>
          </p:nvPr>
        </p:nvSpPr>
        <p:spPr>
          <a:xfrm>
            <a:off x="274325" y="4572000"/>
            <a:ext cx="5696700" cy="3657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100"/>
              </a:spcBef>
              <a:spcAft>
                <a:spcPts val="0"/>
              </a:spcAft>
              <a:buSzPts val="1800"/>
              <a:buNone/>
              <a:defRPr sz="1000">
                <a:solidFill>
                  <a:schemeClr val="dk1"/>
                </a:solidFill>
                <a:latin typeface="Roboto"/>
                <a:ea typeface="Roboto"/>
                <a:cs typeface="Roboto"/>
                <a:sym typeface="Roboto"/>
              </a:defRPr>
            </a:lvl1pPr>
            <a:lvl2pPr lvl="1" algn="l">
              <a:lnSpc>
                <a:spcPct val="115000"/>
              </a:lnSpc>
              <a:spcBef>
                <a:spcPts val="1200"/>
              </a:spcBef>
              <a:spcAft>
                <a:spcPts val="0"/>
              </a:spcAft>
              <a:buSzPts val="1400"/>
              <a:buNone/>
              <a:defRPr sz="1000">
                <a:solidFill>
                  <a:schemeClr val="dk1"/>
                </a:solidFill>
                <a:latin typeface="Roboto"/>
                <a:ea typeface="Roboto"/>
                <a:cs typeface="Roboto"/>
                <a:sym typeface="Roboto"/>
              </a:defRPr>
            </a:lvl2pPr>
            <a:lvl3pPr lvl="2" algn="l">
              <a:lnSpc>
                <a:spcPct val="115000"/>
              </a:lnSpc>
              <a:spcBef>
                <a:spcPts val="1200"/>
              </a:spcBef>
              <a:spcAft>
                <a:spcPts val="0"/>
              </a:spcAft>
              <a:buSzPts val="1400"/>
              <a:buNone/>
              <a:defRPr sz="1000">
                <a:solidFill>
                  <a:schemeClr val="dk1"/>
                </a:solidFill>
                <a:latin typeface="Roboto"/>
                <a:ea typeface="Roboto"/>
                <a:cs typeface="Roboto"/>
                <a:sym typeface="Roboto"/>
              </a:defRPr>
            </a:lvl3pPr>
            <a:lvl4pPr lvl="3" algn="l">
              <a:lnSpc>
                <a:spcPct val="115000"/>
              </a:lnSpc>
              <a:spcBef>
                <a:spcPts val="1200"/>
              </a:spcBef>
              <a:spcAft>
                <a:spcPts val="0"/>
              </a:spcAft>
              <a:buSzPts val="1400"/>
              <a:buNone/>
              <a:defRPr sz="1000">
                <a:solidFill>
                  <a:schemeClr val="dk1"/>
                </a:solidFill>
                <a:latin typeface="Roboto"/>
                <a:ea typeface="Roboto"/>
                <a:cs typeface="Roboto"/>
                <a:sym typeface="Roboto"/>
              </a:defRPr>
            </a:lvl4pPr>
            <a:lvl5pPr lvl="4" algn="l">
              <a:lnSpc>
                <a:spcPct val="115000"/>
              </a:lnSpc>
              <a:spcBef>
                <a:spcPts val="1200"/>
              </a:spcBef>
              <a:spcAft>
                <a:spcPts val="0"/>
              </a:spcAft>
              <a:buSzPts val="1400"/>
              <a:buNone/>
              <a:defRPr sz="1000">
                <a:solidFill>
                  <a:schemeClr val="dk1"/>
                </a:solidFill>
                <a:latin typeface="Roboto"/>
                <a:ea typeface="Roboto"/>
                <a:cs typeface="Roboto"/>
                <a:sym typeface="Roboto"/>
              </a:defRPr>
            </a:lvl5pPr>
            <a:lvl6pPr lvl="5" algn="l">
              <a:lnSpc>
                <a:spcPct val="115000"/>
              </a:lnSpc>
              <a:spcBef>
                <a:spcPts val="1200"/>
              </a:spcBef>
              <a:spcAft>
                <a:spcPts val="0"/>
              </a:spcAft>
              <a:buSzPts val="1400"/>
              <a:buNone/>
              <a:defRPr sz="1000">
                <a:solidFill>
                  <a:schemeClr val="dk1"/>
                </a:solidFill>
                <a:latin typeface="Roboto"/>
                <a:ea typeface="Roboto"/>
                <a:cs typeface="Roboto"/>
                <a:sym typeface="Roboto"/>
              </a:defRPr>
            </a:lvl6pPr>
            <a:lvl7pPr lvl="6" algn="l">
              <a:lnSpc>
                <a:spcPct val="115000"/>
              </a:lnSpc>
              <a:spcBef>
                <a:spcPts val="1200"/>
              </a:spcBef>
              <a:spcAft>
                <a:spcPts val="0"/>
              </a:spcAft>
              <a:buSzPts val="1400"/>
              <a:buNone/>
              <a:defRPr sz="1000">
                <a:solidFill>
                  <a:schemeClr val="dk1"/>
                </a:solidFill>
                <a:latin typeface="Roboto"/>
                <a:ea typeface="Roboto"/>
                <a:cs typeface="Roboto"/>
                <a:sym typeface="Roboto"/>
              </a:defRPr>
            </a:lvl7pPr>
            <a:lvl8pPr lvl="7" algn="l">
              <a:lnSpc>
                <a:spcPct val="115000"/>
              </a:lnSpc>
              <a:spcBef>
                <a:spcPts val="1200"/>
              </a:spcBef>
              <a:spcAft>
                <a:spcPts val="0"/>
              </a:spcAft>
              <a:buSzPts val="1400"/>
              <a:buNone/>
              <a:defRPr sz="1000">
                <a:solidFill>
                  <a:schemeClr val="dk1"/>
                </a:solidFill>
                <a:latin typeface="Roboto"/>
                <a:ea typeface="Roboto"/>
                <a:cs typeface="Roboto"/>
                <a:sym typeface="Roboto"/>
              </a:defRPr>
            </a:lvl8pPr>
            <a:lvl9pPr lvl="8" algn="l">
              <a:lnSpc>
                <a:spcPct val="115000"/>
              </a:lnSpc>
              <a:spcBef>
                <a:spcPts val="1200"/>
              </a:spcBef>
              <a:spcAft>
                <a:spcPts val="1200"/>
              </a:spcAft>
              <a:buSzPts val="1400"/>
              <a:buNone/>
              <a:defRPr sz="1000">
                <a:solidFill>
                  <a:schemeClr val="dk1"/>
                </a:solidFill>
                <a:latin typeface="Roboto"/>
                <a:ea typeface="Roboto"/>
                <a:cs typeface="Roboto"/>
                <a:sym typeface="Roboto"/>
              </a:defRPr>
            </a:lvl9pPr>
          </a:lstStyle>
          <a:p/>
        </p:txBody>
      </p:sp>
      <p:sp>
        <p:nvSpPr>
          <p:cNvPr id="302" name="Google Shape;302;p66"/>
          <p:cNvSpPr txBox="1"/>
          <p:nvPr>
            <p:ph idx="3" type="subTitle"/>
          </p:nvPr>
        </p:nvSpPr>
        <p:spPr>
          <a:xfrm>
            <a:off x="274325" y="0"/>
            <a:ext cx="5696700" cy="365700"/>
          </a:xfrm>
          <a:prstGeom prst="rect">
            <a:avLst/>
          </a:prstGeom>
          <a:noFill/>
          <a:ln>
            <a:noFill/>
          </a:ln>
        </p:spPr>
        <p:txBody>
          <a:bodyPr anchorCtr="0" anchor="ctr" bIns="91425" lIns="91425" spcFirstLastPara="1" rIns="91425" wrap="square" tIns="91425">
            <a:normAutofit/>
          </a:bodyPr>
          <a:lstStyle>
            <a:lvl1pPr lvl="0" algn="l">
              <a:lnSpc>
                <a:spcPct val="115000"/>
              </a:lnSpc>
              <a:spcBef>
                <a:spcPts val="100"/>
              </a:spcBef>
              <a:spcAft>
                <a:spcPts val="0"/>
              </a:spcAft>
              <a:buSzPts val="1800"/>
              <a:buNone/>
              <a:defRPr sz="800">
                <a:solidFill>
                  <a:srgbClr val="757575"/>
                </a:solidFill>
                <a:latin typeface="Roboto Medium"/>
                <a:ea typeface="Roboto Medium"/>
                <a:cs typeface="Roboto Medium"/>
                <a:sym typeface="Roboto Medium"/>
              </a:defRPr>
            </a:lvl1pPr>
            <a:lvl2pPr lvl="1"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2pPr>
            <a:lvl3pPr lvl="2"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3pPr>
            <a:lvl4pPr lvl="3"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4pPr>
            <a:lvl5pPr lvl="4"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5pPr>
            <a:lvl6pPr lvl="5"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6pPr>
            <a:lvl7pPr lvl="6"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7pPr>
            <a:lvl8pPr lvl="7"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8pPr>
            <a:lvl9pPr lvl="8" algn="l">
              <a:lnSpc>
                <a:spcPct val="115000"/>
              </a:lnSpc>
              <a:spcBef>
                <a:spcPts val="1200"/>
              </a:spcBef>
              <a:spcAft>
                <a:spcPts val="1200"/>
              </a:spcAft>
              <a:buSzPts val="1400"/>
              <a:buNone/>
              <a:defRPr sz="800">
                <a:solidFill>
                  <a:srgbClr val="757575"/>
                </a:solidFill>
                <a:latin typeface="Roboto Medium"/>
                <a:ea typeface="Roboto Medium"/>
                <a:cs typeface="Roboto Medium"/>
                <a:sym typeface="Roboto Medium"/>
              </a:defRPr>
            </a:lvl9pPr>
          </a:lstStyle>
          <a:p/>
        </p:txBody>
      </p:sp>
      <p:sp>
        <p:nvSpPr>
          <p:cNvPr id="303" name="Google Shape;303;p66"/>
          <p:cNvSpPr txBox="1"/>
          <p:nvPr>
            <p:ph idx="4" type="body"/>
          </p:nvPr>
        </p:nvSpPr>
        <p:spPr>
          <a:xfrm>
            <a:off x="3154680" y="2106304"/>
            <a:ext cx="2743200" cy="237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304" name="Google Shape;304;p66"/>
          <p:cNvSpPr txBox="1"/>
          <p:nvPr>
            <p:ph idx="5" type="body"/>
          </p:nvPr>
        </p:nvSpPr>
        <p:spPr>
          <a:xfrm>
            <a:off x="6035040" y="2106304"/>
            <a:ext cx="2743200" cy="237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305" name="Google Shape;305;p66"/>
          <p:cNvSpPr txBox="1"/>
          <p:nvPr>
            <p:ph idx="6" type="body"/>
          </p:nvPr>
        </p:nvSpPr>
        <p:spPr>
          <a:xfrm>
            <a:off x="274320" y="16459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306" name="Google Shape;306;p66"/>
          <p:cNvSpPr txBox="1"/>
          <p:nvPr>
            <p:ph idx="7" type="body"/>
          </p:nvPr>
        </p:nvSpPr>
        <p:spPr>
          <a:xfrm>
            <a:off x="3154680" y="16459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307" name="Google Shape;307;p66"/>
          <p:cNvSpPr txBox="1"/>
          <p:nvPr>
            <p:ph idx="8" type="body"/>
          </p:nvPr>
        </p:nvSpPr>
        <p:spPr>
          <a:xfrm>
            <a:off x="6035040" y="16459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1">
  <p:cSld name="TITLE_1_1_1_2_4">
    <p:spTree>
      <p:nvGrpSpPr>
        <p:cNvPr id="308" name="Shape 308"/>
        <p:cNvGrpSpPr/>
        <p:nvPr/>
      </p:nvGrpSpPr>
      <p:grpSpPr>
        <a:xfrm>
          <a:off x="0" y="0"/>
          <a:ext cx="0" cy="0"/>
          <a:chOff x="0" y="0"/>
          <a:chExt cx="0" cy="0"/>
        </a:xfrm>
      </p:grpSpPr>
      <p:sp>
        <p:nvSpPr>
          <p:cNvPr id="309" name="Google Shape;309;p67"/>
          <p:cNvSpPr txBox="1"/>
          <p:nvPr>
            <p:ph idx="1" type="body"/>
          </p:nvPr>
        </p:nvSpPr>
        <p:spPr>
          <a:xfrm>
            <a:off x="274320" y="2106304"/>
            <a:ext cx="2743200" cy="237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310" name="Google Shape;310;p67"/>
          <p:cNvSpPr txBox="1"/>
          <p:nvPr>
            <p:ph idx="12" type="sldNum"/>
          </p:nvPr>
        </p:nvSpPr>
        <p:spPr>
          <a:xfrm>
            <a:off x="8412480" y="0"/>
            <a:ext cx="457200" cy="365700"/>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1pPr>
            <a:lvl2pPr indent="0" lvl="1"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2pPr>
            <a:lvl3pPr indent="0" lvl="2"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3pPr>
            <a:lvl4pPr indent="0" lvl="3"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4pPr>
            <a:lvl5pPr indent="0" lvl="4"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5pPr>
            <a:lvl6pPr indent="0" lvl="5"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6pPr>
            <a:lvl7pPr indent="0" lvl="6"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7pPr>
            <a:lvl8pPr indent="0" lvl="7"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8pPr>
            <a:lvl9pPr indent="0" lvl="8"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en"/>
              <a:t>‹#›</a:t>
            </a:fld>
            <a:endParaRPr/>
          </a:p>
        </p:txBody>
      </p:sp>
      <p:sp>
        <p:nvSpPr>
          <p:cNvPr id="311" name="Google Shape;311;p67"/>
          <p:cNvSpPr txBox="1"/>
          <p:nvPr>
            <p:ph type="title"/>
          </p:nvPr>
        </p:nvSpPr>
        <p:spPr>
          <a:xfrm>
            <a:off x="237751" y="603500"/>
            <a:ext cx="7132200" cy="109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1pPr>
            <a:lvl2pPr lvl="1"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2pPr>
            <a:lvl3pPr lvl="2"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3pPr>
            <a:lvl4pPr lvl="3"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4pPr>
            <a:lvl5pPr lvl="4"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5pPr>
            <a:lvl6pPr lvl="5"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6pPr>
            <a:lvl7pPr lvl="6"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7pPr>
            <a:lvl8pPr lvl="7"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8pPr>
            <a:lvl9pPr lvl="8"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9pPr>
          </a:lstStyle>
          <a:p/>
        </p:txBody>
      </p:sp>
      <p:sp>
        <p:nvSpPr>
          <p:cNvPr id="312" name="Google Shape;312;p67"/>
          <p:cNvSpPr txBox="1"/>
          <p:nvPr>
            <p:ph idx="2" type="subTitle"/>
          </p:nvPr>
        </p:nvSpPr>
        <p:spPr>
          <a:xfrm>
            <a:off x="274325" y="4572000"/>
            <a:ext cx="5696700" cy="3657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100"/>
              </a:spcBef>
              <a:spcAft>
                <a:spcPts val="0"/>
              </a:spcAft>
              <a:buSzPts val="1800"/>
              <a:buNone/>
              <a:defRPr sz="1000">
                <a:solidFill>
                  <a:schemeClr val="dk1"/>
                </a:solidFill>
                <a:latin typeface="Roboto"/>
                <a:ea typeface="Roboto"/>
                <a:cs typeface="Roboto"/>
                <a:sym typeface="Roboto"/>
              </a:defRPr>
            </a:lvl1pPr>
            <a:lvl2pPr lvl="1" algn="l">
              <a:lnSpc>
                <a:spcPct val="115000"/>
              </a:lnSpc>
              <a:spcBef>
                <a:spcPts val="1200"/>
              </a:spcBef>
              <a:spcAft>
                <a:spcPts val="0"/>
              </a:spcAft>
              <a:buSzPts val="1400"/>
              <a:buNone/>
              <a:defRPr sz="1000">
                <a:solidFill>
                  <a:schemeClr val="dk1"/>
                </a:solidFill>
                <a:latin typeface="Roboto"/>
                <a:ea typeface="Roboto"/>
                <a:cs typeface="Roboto"/>
                <a:sym typeface="Roboto"/>
              </a:defRPr>
            </a:lvl2pPr>
            <a:lvl3pPr lvl="2" algn="l">
              <a:lnSpc>
                <a:spcPct val="115000"/>
              </a:lnSpc>
              <a:spcBef>
                <a:spcPts val="1200"/>
              </a:spcBef>
              <a:spcAft>
                <a:spcPts val="0"/>
              </a:spcAft>
              <a:buSzPts val="1400"/>
              <a:buNone/>
              <a:defRPr sz="1000">
                <a:solidFill>
                  <a:schemeClr val="dk1"/>
                </a:solidFill>
                <a:latin typeface="Roboto"/>
                <a:ea typeface="Roboto"/>
                <a:cs typeface="Roboto"/>
                <a:sym typeface="Roboto"/>
              </a:defRPr>
            </a:lvl3pPr>
            <a:lvl4pPr lvl="3" algn="l">
              <a:lnSpc>
                <a:spcPct val="115000"/>
              </a:lnSpc>
              <a:spcBef>
                <a:spcPts val="1200"/>
              </a:spcBef>
              <a:spcAft>
                <a:spcPts val="0"/>
              </a:spcAft>
              <a:buSzPts val="1400"/>
              <a:buNone/>
              <a:defRPr sz="1000">
                <a:solidFill>
                  <a:schemeClr val="dk1"/>
                </a:solidFill>
                <a:latin typeface="Roboto"/>
                <a:ea typeface="Roboto"/>
                <a:cs typeface="Roboto"/>
                <a:sym typeface="Roboto"/>
              </a:defRPr>
            </a:lvl4pPr>
            <a:lvl5pPr lvl="4" algn="l">
              <a:lnSpc>
                <a:spcPct val="115000"/>
              </a:lnSpc>
              <a:spcBef>
                <a:spcPts val="1200"/>
              </a:spcBef>
              <a:spcAft>
                <a:spcPts val="0"/>
              </a:spcAft>
              <a:buSzPts val="1400"/>
              <a:buNone/>
              <a:defRPr sz="1000">
                <a:solidFill>
                  <a:schemeClr val="dk1"/>
                </a:solidFill>
                <a:latin typeface="Roboto"/>
                <a:ea typeface="Roboto"/>
                <a:cs typeface="Roboto"/>
                <a:sym typeface="Roboto"/>
              </a:defRPr>
            </a:lvl5pPr>
            <a:lvl6pPr lvl="5" algn="l">
              <a:lnSpc>
                <a:spcPct val="115000"/>
              </a:lnSpc>
              <a:spcBef>
                <a:spcPts val="1200"/>
              </a:spcBef>
              <a:spcAft>
                <a:spcPts val="0"/>
              </a:spcAft>
              <a:buSzPts val="1400"/>
              <a:buNone/>
              <a:defRPr sz="1000">
                <a:solidFill>
                  <a:schemeClr val="dk1"/>
                </a:solidFill>
                <a:latin typeface="Roboto"/>
                <a:ea typeface="Roboto"/>
                <a:cs typeface="Roboto"/>
                <a:sym typeface="Roboto"/>
              </a:defRPr>
            </a:lvl6pPr>
            <a:lvl7pPr lvl="6" algn="l">
              <a:lnSpc>
                <a:spcPct val="115000"/>
              </a:lnSpc>
              <a:spcBef>
                <a:spcPts val="1200"/>
              </a:spcBef>
              <a:spcAft>
                <a:spcPts val="0"/>
              </a:spcAft>
              <a:buSzPts val="1400"/>
              <a:buNone/>
              <a:defRPr sz="1000">
                <a:solidFill>
                  <a:schemeClr val="dk1"/>
                </a:solidFill>
                <a:latin typeface="Roboto"/>
                <a:ea typeface="Roboto"/>
                <a:cs typeface="Roboto"/>
                <a:sym typeface="Roboto"/>
              </a:defRPr>
            </a:lvl7pPr>
            <a:lvl8pPr lvl="7" algn="l">
              <a:lnSpc>
                <a:spcPct val="115000"/>
              </a:lnSpc>
              <a:spcBef>
                <a:spcPts val="1200"/>
              </a:spcBef>
              <a:spcAft>
                <a:spcPts val="0"/>
              </a:spcAft>
              <a:buSzPts val="1400"/>
              <a:buNone/>
              <a:defRPr sz="1000">
                <a:solidFill>
                  <a:schemeClr val="dk1"/>
                </a:solidFill>
                <a:latin typeface="Roboto"/>
                <a:ea typeface="Roboto"/>
                <a:cs typeface="Roboto"/>
                <a:sym typeface="Roboto"/>
              </a:defRPr>
            </a:lvl8pPr>
            <a:lvl9pPr lvl="8" algn="l">
              <a:lnSpc>
                <a:spcPct val="115000"/>
              </a:lnSpc>
              <a:spcBef>
                <a:spcPts val="1200"/>
              </a:spcBef>
              <a:spcAft>
                <a:spcPts val="1200"/>
              </a:spcAft>
              <a:buSzPts val="1400"/>
              <a:buNone/>
              <a:defRPr sz="1000">
                <a:solidFill>
                  <a:schemeClr val="dk1"/>
                </a:solidFill>
                <a:latin typeface="Roboto"/>
                <a:ea typeface="Roboto"/>
                <a:cs typeface="Roboto"/>
                <a:sym typeface="Roboto"/>
              </a:defRPr>
            </a:lvl9pPr>
          </a:lstStyle>
          <a:p/>
        </p:txBody>
      </p:sp>
      <p:sp>
        <p:nvSpPr>
          <p:cNvPr id="313" name="Google Shape;313;p67"/>
          <p:cNvSpPr txBox="1"/>
          <p:nvPr>
            <p:ph idx="3" type="subTitle"/>
          </p:nvPr>
        </p:nvSpPr>
        <p:spPr>
          <a:xfrm>
            <a:off x="274325" y="0"/>
            <a:ext cx="5696700" cy="365700"/>
          </a:xfrm>
          <a:prstGeom prst="rect">
            <a:avLst/>
          </a:prstGeom>
          <a:noFill/>
          <a:ln>
            <a:noFill/>
          </a:ln>
        </p:spPr>
        <p:txBody>
          <a:bodyPr anchorCtr="0" anchor="ctr" bIns="91425" lIns="91425" spcFirstLastPara="1" rIns="91425" wrap="square" tIns="91425">
            <a:normAutofit/>
          </a:bodyPr>
          <a:lstStyle>
            <a:lvl1pPr lvl="0" algn="l">
              <a:lnSpc>
                <a:spcPct val="115000"/>
              </a:lnSpc>
              <a:spcBef>
                <a:spcPts val="100"/>
              </a:spcBef>
              <a:spcAft>
                <a:spcPts val="0"/>
              </a:spcAft>
              <a:buSzPts val="1800"/>
              <a:buNone/>
              <a:defRPr sz="800">
                <a:solidFill>
                  <a:srgbClr val="757575"/>
                </a:solidFill>
                <a:latin typeface="Roboto Medium"/>
                <a:ea typeface="Roboto Medium"/>
                <a:cs typeface="Roboto Medium"/>
                <a:sym typeface="Roboto Medium"/>
              </a:defRPr>
            </a:lvl1pPr>
            <a:lvl2pPr lvl="1"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2pPr>
            <a:lvl3pPr lvl="2"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3pPr>
            <a:lvl4pPr lvl="3"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4pPr>
            <a:lvl5pPr lvl="4"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5pPr>
            <a:lvl6pPr lvl="5"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6pPr>
            <a:lvl7pPr lvl="6"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7pPr>
            <a:lvl8pPr lvl="7"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8pPr>
            <a:lvl9pPr lvl="8" algn="l">
              <a:lnSpc>
                <a:spcPct val="115000"/>
              </a:lnSpc>
              <a:spcBef>
                <a:spcPts val="1200"/>
              </a:spcBef>
              <a:spcAft>
                <a:spcPts val="1200"/>
              </a:spcAft>
              <a:buSzPts val="1400"/>
              <a:buNone/>
              <a:defRPr sz="800">
                <a:solidFill>
                  <a:srgbClr val="757575"/>
                </a:solidFill>
                <a:latin typeface="Roboto Medium"/>
                <a:ea typeface="Roboto Medium"/>
                <a:cs typeface="Roboto Medium"/>
                <a:sym typeface="Roboto Medium"/>
              </a:defRPr>
            </a:lvl9pPr>
          </a:lstStyle>
          <a:p/>
        </p:txBody>
      </p:sp>
      <p:sp>
        <p:nvSpPr>
          <p:cNvPr id="314" name="Google Shape;314;p67"/>
          <p:cNvSpPr txBox="1"/>
          <p:nvPr>
            <p:ph idx="4" type="body"/>
          </p:nvPr>
        </p:nvSpPr>
        <p:spPr>
          <a:xfrm>
            <a:off x="3154680" y="2106304"/>
            <a:ext cx="2743200" cy="237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315" name="Google Shape;315;p67"/>
          <p:cNvSpPr txBox="1"/>
          <p:nvPr>
            <p:ph idx="5" type="body"/>
          </p:nvPr>
        </p:nvSpPr>
        <p:spPr>
          <a:xfrm>
            <a:off x="6035040" y="2106304"/>
            <a:ext cx="2743200" cy="237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316" name="Google Shape;316;p67"/>
          <p:cNvSpPr txBox="1"/>
          <p:nvPr>
            <p:ph idx="6" type="body"/>
          </p:nvPr>
        </p:nvSpPr>
        <p:spPr>
          <a:xfrm>
            <a:off x="274320" y="16459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317" name="Google Shape;317;p67"/>
          <p:cNvSpPr txBox="1"/>
          <p:nvPr>
            <p:ph idx="7" type="body"/>
          </p:nvPr>
        </p:nvSpPr>
        <p:spPr>
          <a:xfrm>
            <a:off x="3154680" y="16459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318" name="Google Shape;318;p67"/>
          <p:cNvSpPr txBox="1"/>
          <p:nvPr>
            <p:ph idx="8" type="body"/>
          </p:nvPr>
        </p:nvSpPr>
        <p:spPr>
          <a:xfrm>
            <a:off x="6035040" y="16459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w Agenda/Closing Slide 1">
  <p:cSld name="TITLE_1_1">
    <p:spTree>
      <p:nvGrpSpPr>
        <p:cNvPr id="319" name="Shape 319"/>
        <p:cNvGrpSpPr/>
        <p:nvPr/>
      </p:nvGrpSpPr>
      <p:grpSpPr>
        <a:xfrm>
          <a:off x="0" y="0"/>
          <a:ext cx="0" cy="0"/>
          <a:chOff x="0" y="0"/>
          <a:chExt cx="0" cy="0"/>
        </a:xfrm>
      </p:grpSpPr>
      <p:sp>
        <p:nvSpPr>
          <p:cNvPr id="320" name="Google Shape;320;p68"/>
          <p:cNvSpPr txBox="1"/>
          <p:nvPr>
            <p:ph idx="12" type="sldNum"/>
          </p:nvPr>
        </p:nvSpPr>
        <p:spPr>
          <a:xfrm>
            <a:off x="8412480" y="0"/>
            <a:ext cx="457200" cy="365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68"/>
          <p:cNvSpPr txBox="1"/>
          <p:nvPr>
            <p:ph type="title"/>
          </p:nvPr>
        </p:nvSpPr>
        <p:spPr>
          <a:xfrm>
            <a:off x="274320" y="1097280"/>
            <a:ext cx="5486400" cy="1828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4000">
                <a:latin typeface="Merriweather Light"/>
                <a:ea typeface="Merriweather Light"/>
                <a:cs typeface="Merriweather Light"/>
                <a:sym typeface="Merriweather Light"/>
              </a:defRPr>
            </a:lvl1pPr>
            <a:lvl2pPr lvl="1" algn="l">
              <a:lnSpc>
                <a:spcPct val="100000"/>
              </a:lnSpc>
              <a:spcBef>
                <a:spcPts val="0"/>
              </a:spcBef>
              <a:spcAft>
                <a:spcPts val="0"/>
              </a:spcAft>
              <a:buSzPts val="2800"/>
              <a:buNone/>
              <a:defRPr sz="4000">
                <a:latin typeface="Merriweather Light"/>
                <a:ea typeface="Merriweather Light"/>
                <a:cs typeface="Merriweather Light"/>
                <a:sym typeface="Merriweather Light"/>
              </a:defRPr>
            </a:lvl2pPr>
            <a:lvl3pPr lvl="2" algn="l">
              <a:lnSpc>
                <a:spcPct val="100000"/>
              </a:lnSpc>
              <a:spcBef>
                <a:spcPts val="0"/>
              </a:spcBef>
              <a:spcAft>
                <a:spcPts val="0"/>
              </a:spcAft>
              <a:buSzPts val="2800"/>
              <a:buNone/>
              <a:defRPr sz="4000">
                <a:latin typeface="Merriweather Light"/>
                <a:ea typeface="Merriweather Light"/>
                <a:cs typeface="Merriweather Light"/>
                <a:sym typeface="Merriweather Light"/>
              </a:defRPr>
            </a:lvl3pPr>
            <a:lvl4pPr lvl="3" algn="l">
              <a:lnSpc>
                <a:spcPct val="100000"/>
              </a:lnSpc>
              <a:spcBef>
                <a:spcPts val="0"/>
              </a:spcBef>
              <a:spcAft>
                <a:spcPts val="0"/>
              </a:spcAft>
              <a:buSzPts val="2800"/>
              <a:buNone/>
              <a:defRPr sz="4000">
                <a:latin typeface="Merriweather Light"/>
                <a:ea typeface="Merriweather Light"/>
                <a:cs typeface="Merriweather Light"/>
                <a:sym typeface="Merriweather Light"/>
              </a:defRPr>
            </a:lvl4pPr>
            <a:lvl5pPr lvl="4" algn="l">
              <a:lnSpc>
                <a:spcPct val="100000"/>
              </a:lnSpc>
              <a:spcBef>
                <a:spcPts val="0"/>
              </a:spcBef>
              <a:spcAft>
                <a:spcPts val="0"/>
              </a:spcAft>
              <a:buSzPts val="2800"/>
              <a:buNone/>
              <a:defRPr sz="4000">
                <a:latin typeface="Merriweather Light"/>
                <a:ea typeface="Merriweather Light"/>
                <a:cs typeface="Merriweather Light"/>
                <a:sym typeface="Merriweather Light"/>
              </a:defRPr>
            </a:lvl5pPr>
            <a:lvl6pPr lvl="5" algn="l">
              <a:lnSpc>
                <a:spcPct val="100000"/>
              </a:lnSpc>
              <a:spcBef>
                <a:spcPts val="0"/>
              </a:spcBef>
              <a:spcAft>
                <a:spcPts val="0"/>
              </a:spcAft>
              <a:buSzPts val="2800"/>
              <a:buNone/>
              <a:defRPr sz="4000">
                <a:latin typeface="Merriweather Light"/>
                <a:ea typeface="Merriweather Light"/>
                <a:cs typeface="Merriweather Light"/>
                <a:sym typeface="Merriweather Light"/>
              </a:defRPr>
            </a:lvl6pPr>
            <a:lvl7pPr lvl="6" algn="l">
              <a:lnSpc>
                <a:spcPct val="100000"/>
              </a:lnSpc>
              <a:spcBef>
                <a:spcPts val="0"/>
              </a:spcBef>
              <a:spcAft>
                <a:spcPts val="0"/>
              </a:spcAft>
              <a:buSzPts val="2800"/>
              <a:buNone/>
              <a:defRPr sz="4000">
                <a:latin typeface="Merriweather Light"/>
                <a:ea typeface="Merriweather Light"/>
                <a:cs typeface="Merriweather Light"/>
                <a:sym typeface="Merriweather Light"/>
              </a:defRPr>
            </a:lvl7pPr>
            <a:lvl8pPr lvl="7" algn="l">
              <a:lnSpc>
                <a:spcPct val="100000"/>
              </a:lnSpc>
              <a:spcBef>
                <a:spcPts val="0"/>
              </a:spcBef>
              <a:spcAft>
                <a:spcPts val="0"/>
              </a:spcAft>
              <a:buSzPts val="2800"/>
              <a:buNone/>
              <a:defRPr sz="4000">
                <a:latin typeface="Merriweather Light"/>
                <a:ea typeface="Merriweather Light"/>
                <a:cs typeface="Merriweather Light"/>
                <a:sym typeface="Merriweather Light"/>
              </a:defRPr>
            </a:lvl8pPr>
            <a:lvl9pPr lvl="8" algn="l">
              <a:lnSpc>
                <a:spcPct val="100000"/>
              </a:lnSpc>
              <a:spcBef>
                <a:spcPts val="0"/>
              </a:spcBef>
              <a:spcAft>
                <a:spcPts val="0"/>
              </a:spcAft>
              <a:buSzPts val="2800"/>
              <a:buNone/>
              <a:defRPr sz="4000">
                <a:latin typeface="Merriweather Light"/>
                <a:ea typeface="Merriweather Light"/>
                <a:cs typeface="Merriweather Light"/>
                <a:sym typeface="Merriweather Light"/>
              </a:defRPr>
            </a:lvl9pPr>
          </a:lstStyle>
          <a:p/>
        </p:txBody>
      </p:sp>
      <p:sp>
        <p:nvSpPr>
          <p:cNvPr id="322" name="Google Shape;322;p68"/>
          <p:cNvSpPr txBox="1"/>
          <p:nvPr>
            <p:ph idx="1" type="subTitle"/>
          </p:nvPr>
        </p:nvSpPr>
        <p:spPr>
          <a:xfrm>
            <a:off x="274325" y="4572000"/>
            <a:ext cx="5696700" cy="3657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100"/>
              </a:spcBef>
              <a:spcAft>
                <a:spcPts val="0"/>
              </a:spcAft>
              <a:buSzPts val="1800"/>
              <a:buNone/>
              <a:defRPr sz="1000">
                <a:solidFill>
                  <a:schemeClr val="dk1"/>
                </a:solidFill>
                <a:latin typeface="Roboto"/>
                <a:ea typeface="Roboto"/>
                <a:cs typeface="Roboto"/>
                <a:sym typeface="Roboto"/>
              </a:defRPr>
            </a:lvl1pPr>
            <a:lvl2pPr lvl="1" algn="l">
              <a:lnSpc>
                <a:spcPct val="115000"/>
              </a:lnSpc>
              <a:spcBef>
                <a:spcPts val="1200"/>
              </a:spcBef>
              <a:spcAft>
                <a:spcPts val="0"/>
              </a:spcAft>
              <a:buSzPts val="1400"/>
              <a:buNone/>
              <a:defRPr sz="1000">
                <a:solidFill>
                  <a:schemeClr val="dk1"/>
                </a:solidFill>
                <a:latin typeface="Roboto"/>
                <a:ea typeface="Roboto"/>
                <a:cs typeface="Roboto"/>
                <a:sym typeface="Roboto"/>
              </a:defRPr>
            </a:lvl2pPr>
            <a:lvl3pPr lvl="2" algn="l">
              <a:lnSpc>
                <a:spcPct val="115000"/>
              </a:lnSpc>
              <a:spcBef>
                <a:spcPts val="1200"/>
              </a:spcBef>
              <a:spcAft>
                <a:spcPts val="0"/>
              </a:spcAft>
              <a:buSzPts val="1400"/>
              <a:buNone/>
              <a:defRPr sz="1000">
                <a:solidFill>
                  <a:schemeClr val="dk1"/>
                </a:solidFill>
                <a:latin typeface="Roboto"/>
                <a:ea typeface="Roboto"/>
                <a:cs typeface="Roboto"/>
                <a:sym typeface="Roboto"/>
              </a:defRPr>
            </a:lvl3pPr>
            <a:lvl4pPr lvl="3" algn="l">
              <a:lnSpc>
                <a:spcPct val="115000"/>
              </a:lnSpc>
              <a:spcBef>
                <a:spcPts val="1200"/>
              </a:spcBef>
              <a:spcAft>
                <a:spcPts val="0"/>
              </a:spcAft>
              <a:buSzPts val="1400"/>
              <a:buNone/>
              <a:defRPr sz="1000">
                <a:solidFill>
                  <a:schemeClr val="dk1"/>
                </a:solidFill>
                <a:latin typeface="Roboto"/>
                <a:ea typeface="Roboto"/>
                <a:cs typeface="Roboto"/>
                <a:sym typeface="Roboto"/>
              </a:defRPr>
            </a:lvl4pPr>
            <a:lvl5pPr lvl="4" algn="l">
              <a:lnSpc>
                <a:spcPct val="115000"/>
              </a:lnSpc>
              <a:spcBef>
                <a:spcPts val="1200"/>
              </a:spcBef>
              <a:spcAft>
                <a:spcPts val="0"/>
              </a:spcAft>
              <a:buSzPts val="1400"/>
              <a:buNone/>
              <a:defRPr sz="1000">
                <a:solidFill>
                  <a:schemeClr val="dk1"/>
                </a:solidFill>
                <a:latin typeface="Roboto"/>
                <a:ea typeface="Roboto"/>
                <a:cs typeface="Roboto"/>
                <a:sym typeface="Roboto"/>
              </a:defRPr>
            </a:lvl5pPr>
            <a:lvl6pPr lvl="5" algn="l">
              <a:lnSpc>
                <a:spcPct val="115000"/>
              </a:lnSpc>
              <a:spcBef>
                <a:spcPts val="1200"/>
              </a:spcBef>
              <a:spcAft>
                <a:spcPts val="0"/>
              </a:spcAft>
              <a:buSzPts val="1400"/>
              <a:buNone/>
              <a:defRPr sz="1000">
                <a:solidFill>
                  <a:schemeClr val="dk1"/>
                </a:solidFill>
                <a:latin typeface="Roboto"/>
                <a:ea typeface="Roboto"/>
                <a:cs typeface="Roboto"/>
                <a:sym typeface="Roboto"/>
              </a:defRPr>
            </a:lvl6pPr>
            <a:lvl7pPr lvl="6" algn="l">
              <a:lnSpc>
                <a:spcPct val="115000"/>
              </a:lnSpc>
              <a:spcBef>
                <a:spcPts val="1200"/>
              </a:spcBef>
              <a:spcAft>
                <a:spcPts val="0"/>
              </a:spcAft>
              <a:buSzPts val="1400"/>
              <a:buNone/>
              <a:defRPr sz="1000">
                <a:solidFill>
                  <a:schemeClr val="dk1"/>
                </a:solidFill>
                <a:latin typeface="Roboto"/>
                <a:ea typeface="Roboto"/>
                <a:cs typeface="Roboto"/>
                <a:sym typeface="Roboto"/>
              </a:defRPr>
            </a:lvl7pPr>
            <a:lvl8pPr lvl="7" algn="l">
              <a:lnSpc>
                <a:spcPct val="115000"/>
              </a:lnSpc>
              <a:spcBef>
                <a:spcPts val="1200"/>
              </a:spcBef>
              <a:spcAft>
                <a:spcPts val="0"/>
              </a:spcAft>
              <a:buSzPts val="1400"/>
              <a:buNone/>
              <a:defRPr sz="1000">
                <a:solidFill>
                  <a:schemeClr val="dk1"/>
                </a:solidFill>
                <a:latin typeface="Roboto"/>
                <a:ea typeface="Roboto"/>
                <a:cs typeface="Roboto"/>
                <a:sym typeface="Roboto"/>
              </a:defRPr>
            </a:lvl8pPr>
            <a:lvl9pPr lvl="8" algn="l">
              <a:lnSpc>
                <a:spcPct val="115000"/>
              </a:lnSpc>
              <a:spcBef>
                <a:spcPts val="1200"/>
              </a:spcBef>
              <a:spcAft>
                <a:spcPts val="1200"/>
              </a:spcAft>
              <a:buSzPts val="1400"/>
              <a:buNone/>
              <a:defRPr sz="1000">
                <a:solidFill>
                  <a:schemeClr val="dk1"/>
                </a:solidFill>
                <a:latin typeface="Roboto"/>
                <a:ea typeface="Roboto"/>
                <a:cs typeface="Roboto"/>
                <a:sym typeface="Roboto"/>
              </a:defRPr>
            </a:lvl9pPr>
          </a:lstStyle>
          <a:p/>
        </p:txBody>
      </p:sp>
      <p:sp>
        <p:nvSpPr>
          <p:cNvPr id="323" name="Google Shape;323;p68"/>
          <p:cNvSpPr txBox="1"/>
          <p:nvPr>
            <p:ph idx="2" type="body"/>
          </p:nvPr>
        </p:nvSpPr>
        <p:spPr>
          <a:xfrm>
            <a:off x="6035040" y="1700784"/>
            <a:ext cx="2743200" cy="274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1pPr>
            <a:lvl2pPr indent="-304800" lvl="1" marL="914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2pPr>
            <a:lvl3pPr indent="-304800" lvl="2" marL="1371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3pPr>
            <a:lvl4pPr indent="-304800" lvl="3" marL="1828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4pPr>
            <a:lvl5pPr indent="-304800" lvl="4" marL="22860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5pPr>
            <a:lvl6pPr indent="-304800" lvl="5" marL="27432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6pPr>
            <a:lvl7pPr indent="-304800" lvl="6" marL="32004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7pPr>
            <a:lvl8pPr indent="-304800" lvl="7" marL="36576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8pPr>
            <a:lvl9pPr indent="-304800" lvl="8" marL="4114800" algn="l">
              <a:lnSpc>
                <a:spcPct val="115000"/>
              </a:lnSpc>
              <a:spcBef>
                <a:spcPts val="0"/>
              </a:spcBef>
              <a:spcAft>
                <a:spcPts val="0"/>
              </a:spcAft>
              <a:buClr>
                <a:schemeClr val="dk1"/>
              </a:buClr>
              <a:buSzPts val="1200"/>
              <a:buFont typeface="Merriweather"/>
              <a:buChar char="■"/>
              <a:defRPr sz="1200">
                <a:solidFill>
                  <a:schemeClr val="dk1"/>
                </a:solidFill>
                <a:latin typeface="Merriweather"/>
                <a:ea typeface="Merriweather"/>
                <a:cs typeface="Merriweather"/>
                <a:sym typeface="Merriweather"/>
              </a:defRPr>
            </a:lvl9pPr>
          </a:lstStyle>
          <a:p/>
        </p:txBody>
      </p:sp>
      <p:sp>
        <p:nvSpPr>
          <p:cNvPr id="324" name="Google Shape;324;p68"/>
          <p:cNvSpPr txBox="1"/>
          <p:nvPr>
            <p:ph idx="3" type="body"/>
          </p:nvPr>
        </p:nvSpPr>
        <p:spPr>
          <a:xfrm>
            <a:off x="6035040" y="1188720"/>
            <a:ext cx="2743200" cy="365700"/>
          </a:xfrm>
          <a:prstGeom prst="rect">
            <a:avLst/>
          </a:prstGeom>
          <a:noFill/>
          <a:ln>
            <a:noFill/>
          </a:ln>
        </p:spPr>
        <p:txBody>
          <a:bodyPr anchorCtr="0" anchor="b"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1pPr>
            <a:lvl2pPr indent="-304800" lvl="1" marL="9144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2pPr>
            <a:lvl3pPr indent="-304800" lvl="2" marL="13716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3pPr>
            <a:lvl4pPr indent="-304800" lvl="3" marL="18288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4pPr>
            <a:lvl5pPr indent="-304800" lvl="4" marL="22860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5pPr>
            <a:lvl6pPr indent="-304800" lvl="5" marL="27432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6pPr>
            <a:lvl7pPr indent="-304800" lvl="6" marL="32004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7pPr>
            <a:lvl8pPr indent="-304800" lvl="7" marL="36576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8pPr>
            <a:lvl9pPr indent="-304800" lvl="8" marL="4114800" algn="l">
              <a:lnSpc>
                <a:spcPct val="115000"/>
              </a:lnSpc>
              <a:spcBef>
                <a:spcPts val="0"/>
              </a:spcBef>
              <a:spcAft>
                <a:spcPts val="0"/>
              </a:spcAft>
              <a:buClr>
                <a:schemeClr val="dk1"/>
              </a:buClr>
              <a:buSzPts val="1200"/>
              <a:buFont typeface="Roboto Medium"/>
              <a:buChar char="■"/>
              <a:defRPr sz="1200">
                <a:solidFill>
                  <a:schemeClr val="dk1"/>
                </a:solidFill>
                <a:latin typeface="Roboto Medium"/>
                <a:ea typeface="Roboto Medium"/>
                <a:cs typeface="Roboto Medium"/>
                <a:sym typeface="Roboto Medium"/>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Aligned">
  <p:cSld name="TITLE_1_1_1">
    <p:spTree>
      <p:nvGrpSpPr>
        <p:cNvPr id="325" name="Shape 325"/>
        <p:cNvGrpSpPr/>
        <p:nvPr/>
      </p:nvGrpSpPr>
      <p:grpSpPr>
        <a:xfrm>
          <a:off x="0" y="0"/>
          <a:ext cx="0" cy="0"/>
          <a:chOff x="0" y="0"/>
          <a:chExt cx="0" cy="0"/>
        </a:xfrm>
      </p:grpSpPr>
      <p:sp>
        <p:nvSpPr>
          <p:cNvPr id="326" name="Google Shape;326;p69"/>
          <p:cNvSpPr txBox="1"/>
          <p:nvPr>
            <p:ph idx="1" type="body"/>
          </p:nvPr>
        </p:nvSpPr>
        <p:spPr>
          <a:xfrm>
            <a:off x="274325" y="2103125"/>
            <a:ext cx="3931800" cy="2194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gn="l">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327" name="Google Shape;327;p69"/>
          <p:cNvSpPr txBox="1"/>
          <p:nvPr>
            <p:ph idx="12" type="sldNum"/>
          </p:nvPr>
        </p:nvSpPr>
        <p:spPr>
          <a:xfrm>
            <a:off x="8412480" y="0"/>
            <a:ext cx="457200" cy="365700"/>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1pPr>
            <a:lvl2pPr indent="0" lvl="1"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2pPr>
            <a:lvl3pPr indent="0" lvl="2"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3pPr>
            <a:lvl4pPr indent="0" lvl="3"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4pPr>
            <a:lvl5pPr indent="0" lvl="4"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5pPr>
            <a:lvl6pPr indent="0" lvl="5"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6pPr>
            <a:lvl7pPr indent="0" lvl="6"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7pPr>
            <a:lvl8pPr indent="0" lvl="7"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8pPr>
            <a:lvl9pPr indent="0" lvl="8" marL="0" marR="0" algn="r">
              <a:lnSpc>
                <a:spcPct val="100000"/>
              </a:lnSpc>
              <a:spcBef>
                <a:spcPts val="0"/>
              </a:spcBef>
              <a:spcAft>
                <a:spcPts val="0"/>
              </a:spcAft>
              <a:buClr>
                <a:srgbClr val="000000"/>
              </a:buClr>
              <a:buSzPts val="1400"/>
              <a:buFont typeface="Arial"/>
              <a:buNone/>
              <a:defRPr b="0" i="0" sz="1000" u="none" cap="none" strike="noStrike">
                <a:solidFill>
                  <a:srgbClr val="757575"/>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en"/>
              <a:t>‹#›</a:t>
            </a:fld>
            <a:endParaRPr/>
          </a:p>
        </p:txBody>
      </p:sp>
      <p:sp>
        <p:nvSpPr>
          <p:cNvPr id="328" name="Google Shape;328;p69"/>
          <p:cNvSpPr txBox="1"/>
          <p:nvPr>
            <p:ph type="title"/>
          </p:nvPr>
        </p:nvSpPr>
        <p:spPr>
          <a:xfrm>
            <a:off x="237750" y="603500"/>
            <a:ext cx="4334100" cy="146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1pPr>
            <a:lvl2pPr lvl="1"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2pPr>
            <a:lvl3pPr lvl="2"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3pPr>
            <a:lvl4pPr lvl="3"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4pPr>
            <a:lvl5pPr lvl="4"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5pPr>
            <a:lvl6pPr lvl="5"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6pPr>
            <a:lvl7pPr lvl="6"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7pPr>
            <a:lvl8pPr lvl="7"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8pPr>
            <a:lvl9pPr lvl="8" algn="l">
              <a:lnSpc>
                <a:spcPct val="100000"/>
              </a:lnSpc>
              <a:spcBef>
                <a:spcPts val="0"/>
              </a:spcBef>
              <a:spcAft>
                <a:spcPts val="0"/>
              </a:spcAft>
              <a:buSzPts val="2800"/>
              <a:buNone/>
              <a:defRPr sz="2500">
                <a:solidFill>
                  <a:schemeClr val="dk1"/>
                </a:solidFill>
                <a:latin typeface="Merriweather Light"/>
                <a:ea typeface="Merriweather Light"/>
                <a:cs typeface="Merriweather Light"/>
                <a:sym typeface="Merriweather Light"/>
              </a:defRPr>
            </a:lvl9pPr>
          </a:lstStyle>
          <a:p/>
        </p:txBody>
      </p:sp>
      <p:sp>
        <p:nvSpPr>
          <p:cNvPr id="329" name="Google Shape;329;p69"/>
          <p:cNvSpPr txBox="1"/>
          <p:nvPr>
            <p:ph idx="2" type="subTitle"/>
          </p:nvPr>
        </p:nvSpPr>
        <p:spPr>
          <a:xfrm>
            <a:off x="274325" y="4572000"/>
            <a:ext cx="5696700" cy="3657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100"/>
              </a:spcBef>
              <a:spcAft>
                <a:spcPts val="0"/>
              </a:spcAft>
              <a:buSzPts val="1800"/>
              <a:buNone/>
              <a:defRPr sz="1000">
                <a:solidFill>
                  <a:schemeClr val="dk1"/>
                </a:solidFill>
                <a:latin typeface="Roboto"/>
                <a:ea typeface="Roboto"/>
                <a:cs typeface="Roboto"/>
                <a:sym typeface="Roboto"/>
              </a:defRPr>
            </a:lvl1pPr>
            <a:lvl2pPr lvl="1" algn="l">
              <a:lnSpc>
                <a:spcPct val="115000"/>
              </a:lnSpc>
              <a:spcBef>
                <a:spcPts val="1200"/>
              </a:spcBef>
              <a:spcAft>
                <a:spcPts val="0"/>
              </a:spcAft>
              <a:buSzPts val="1400"/>
              <a:buNone/>
              <a:defRPr sz="1000">
                <a:solidFill>
                  <a:schemeClr val="dk1"/>
                </a:solidFill>
                <a:latin typeface="Roboto"/>
                <a:ea typeface="Roboto"/>
                <a:cs typeface="Roboto"/>
                <a:sym typeface="Roboto"/>
              </a:defRPr>
            </a:lvl2pPr>
            <a:lvl3pPr lvl="2" algn="l">
              <a:lnSpc>
                <a:spcPct val="115000"/>
              </a:lnSpc>
              <a:spcBef>
                <a:spcPts val="1200"/>
              </a:spcBef>
              <a:spcAft>
                <a:spcPts val="0"/>
              </a:spcAft>
              <a:buSzPts val="1400"/>
              <a:buNone/>
              <a:defRPr sz="1000">
                <a:solidFill>
                  <a:schemeClr val="dk1"/>
                </a:solidFill>
                <a:latin typeface="Roboto"/>
                <a:ea typeface="Roboto"/>
                <a:cs typeface="Roboto"/>
                <a:sym typeface="Roboto"/>
              </a:defRPr>
            </a:lvl3pPr>
            <a:lvl4pPr lvl="3" algn="l">
              <a:lnSpc>
                <a:spcPct val="115000"/>
              </a:lnSpc>
              <a:spcBef>
                <a:spcPts val="1200"/>
              </a:spcBef>
              <a:spcAft>
                <a:spcPts val="0"/>
              </a:spcAft>
              <a:buSzPts val="1400"/>
              <a:buNone/>
              <a:defRPr sz="1000">
                <a:solidFill>
                  <a:schemeClr val="dk1"/>
                </a:solidFill>
                <a:latin typeface="Roboto"/>
                <a:ea typeface="Roboto"/>
                <a:cs typeface="Roboto"/>
                <a:sym typeface="Roboto"/>
              </a:defRPr>
            </a:lvl4pPr>
            <a:lvl5pPr lvl="4" algn="l">
              <a:lnSpc>
                <a:spcPct val="115000"/>
              </a:lnSpc>
              <a:spcBef>
                <a:spcPts val="1200"/>
              </a:spcBef>
              <a:spcAft>
                <a:spcPts val="0"/>
              </a:spcAft>
              <a:buSzPts val="1400"/>
              <a:buNone/>
              <a:defRPr sz="1000">
                <a:solidFill>
                  <a:schemeClr val="dk1"/>
                </a:solidFill>
                <a:latin typeface="Roboto"/>
                <a:ea typeface="Roboto"/>
                <a:cs typeface="Roboto"/>
                <a:sym typeface="Roboto"/>
              </a:defRPr>
            </a:lvl5pPr>
            <a:lvl6pPr lvl="5" algn="l">
              <a:lnSpc>
                <a:spcPct val="115000"/>
              </a:lnSpc>
              <a:spcBef>
                <a:spcPts val="1200"/>
              </a:spcBef>
              <a:spcAft>
                <a:spcPts val="0"/>
              </a:spcAft>
              <a:buSzPts val="1400"/>
              <a:buNone/>
              <a:defRPr sz="1000">
                <a:solidFill>
                  <a:schemeClr val="dk1"/>
                </a:solidFill>
                <a:latin typeface="Roboto"/>
                <a:ea typeface="Roboto"/>
                <a:cs typeface="Roboto"/>
                <a:sym typeface="Roboto"/>
              </a:defRPr>
            </a:lvl6pPr>
            <a:lvl7pPr lvl="6" algn="l">
              <a:lnSpc>
                <a:spcPct val="115000"/>
              </a:lnSpc>
              <a:spcBef>
                <a:spcPts val="1200"/>
              </a:spcBef>
              <a:spcAft>
                <a:spcPts val="0"/>
              </a:spcAft>
              <a:buSzPts val="1400"/>
              <a:buNone/>
              <a:defRPr sz="1000">
                <a:solidFill>
                  <a:schemeClr val="dk1"/>
                </a:solidFill>
                <a:latin typeface="Roboto"/>
                <a:ea typeface="Roboto"/>
                <a:cs typeface="Roboto"/>
                <a:sym typeface="Roboto"/>
              </a:defRPr>
            </a:lvl7pPr>
            <a:lvl8pPr lvl="7" algn="l">
              <a:lnSpc>
                <a:spcPct val="115000"/>
              </a:lnSpc>
              <a:spcBef>
                <a:spcPts val="1200"/>
              </a:spcBef>
              <a:spcAft>
                <a:spcPts val="0"/>
              </a:spcAft>
              <a:buSzPts val="1400"/>
              <a:buNone/>
              <a:defRPr sz="1000">
                <a:solidFill>
                  <a:schemeClr val="dk1"/>
                </a:solidFill>
                <a:latin typeface="Roboto"/>
                <a:ea typeface="Roboto"/>
                <a:cs typeface="Roboto"/>
                <a:sym typeface="Roboto"/>
              </a:defRPr>
            </a:lvl8pPr>
            <a:lvl9pPr lvl="8" algn="l">
              <a:lnSpc>
                <a:spcPct val="115000"/>
              </a:lnSpc>
              <a:spcBef>
                <a:spcPts val="1200"/>
              </a:spcBef>
              <a:spcAft>
                <a:spcPts val="1200"/>
              </a:spcAft>
              <a:buSzPts val="1400"/>
              <a:buNone/>
              <a:defRPr sz="1000">
                <a:solidFill>
                  <a:schemeClr val="dk1"/>
                </a:solidFill>
                <a:latin typeface="Roboto"/>
                <a:ea typeface="Roboto"/>
                <a:cs typeface="Roboto"/>
                <a:sym typeface="Roboto"/>
              </a:defRPr>
            </a:lvl9pPr>
          </a:lstStyle>
          <a:p/>
        </p:txBody>
      </p:sp>
      <p:sp>
        <p:nvSpPr>
          <p:cNvPr id="330" name="Google Shape;330;p69"/>
          <p:cNvSpPr txBox="1"/>
          <p:nvPr>
            <p:ph idx="3" type="subTitle"/>
          </p:nvPr>
        </p:nvSpPr>
        <p:spPr>
          <a:xfrm>
            <a:off x="274325" y="0"/>
            <a:ext cx="4233600" cy="365700"/>
          </a:xfrm>
          <a:prstGeom prst="rect">
            <a:avLst/>
          </a:prstGeom>
          <a:noFill/>
          <a:ln>
            <a:noFill/>
          </a:ln>
        </p:spPr>
        <p:txBody>
          <a:bodyPr anchorCtr="0" anchor="ctr" bIns="91425" lIns="91425" spcFirstLastPara="1" rIns="91425" wrap="square" tIns="91425">
            <a:normAutofit/>
          </a:bodyPr>
          <a:lstStyle>
            <a:lvl1pPr lvl="0" algn="l">
              <a:lnSpc>
                <a:spcPct val="115000"/>
              </a:lnSpc>
              <a:spcBef>
                <a:spcPts val="100"/>
              </a:spcBef>
              <a:spcAft>
                <a:spcPts val="0"/>
              </a:spcAft>
              <a:buSzPts val="1800"/>
              <a:buNone/>
              <a:defRPr sz="800">
                <a:solidFill>
                  <a:srgbClr val="757575"/>
                </a:solidFill>
                <a:latin typeface="Roboto Medium"/>
                <a:ea typeface="Roboto Medium"/>
                <a:cs typeface="Roboto Medium"/>
                <a:sym typeface="Roboto Medium"/>
              </a:defRPr>
            </a:lvl1pPr>
            <a:lvl2pPr lvl="1"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2pPr>
            <a:lvl3pPr lvl="2"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3pPr>
            <a:lvl4pPr lvl="3"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4pPr>
            <a:lvl5pPr lvl="4"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5pPr>
            <a:lvl6pPr lvl="5"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6pPr>
            <a:lvl7pPr lvl="6"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7pPr>
            <a:lvl8pPr lvl="7" algn="l">
              <a:lnSpc>
                <a:spcPct val="115000"/>
              </a:lnSpc>
              <a:spcBef>
                <a:spcPts val="1200"/>
              </a:spcBef>
              <a:spcAft>
                <a:spcPts val="0"/>
              </a:spcAft>
              <a:buSzPts val="1400"/>
              <a:buNone/>
              <a:defRPr sz="800">
                <a:solidFill>
                  <a:srgbClr val="757575"/>
                </a:solidFill>
                <a:latin typeface="Roboto Medium"/>
                <a:ea typeface="Roboto Medium"/>
                <a:cs typeface="Roboto Medium"/>
                <a:sym typeface="Roboto Medium"/>
              </a:defRPr>
            </a:lvl8pPr>
            <a:lvl9pPr lvl="8" algn="l">
              <a:lnSpc>
                <a:spcPct val="115000"/>
              </a:lnSpc>
              <a:spcBef>
                <a:spcPts val="1200"/>
              </a:spcBef>
              <a:spcAft>
                <a:spcPts val="1200"/>
              </a:spcAft>
              <a:buSzPts val="1400"/>
              <a:buNone/>
              <a:defRPr sz="800">
                <a:solidFill>
                  <a:srgbClr val="757575"/>
                </a:solidFill>
                <a:latin typeface="Roboto Medium"/>
                <a:ea typeface="Roboto Medium"/>
                <a:cs typeface="Roboto Medium"/>
                <a:sym typeface="Roboto Medium"/>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1" name="Shape 331"/>
        <p:cNvGrpSpPr/>
        <p:nvPr/>
      </p:nvGrpSpPr>
      <p:grpSpPr>
        <a:xfrm>
          <a:off x="0" y="0"/>
          <a:ext cx="0" cy="0"/>
          <a:chOff x="0" y="0"/>
          <a:chExt cx="0" cy="0"/>
        </a:xfrm>
      </p:grpSpPr>
      <p:sp>
        <p:nvSpPr>
          <p:cNvPr id="332" name="Google Shape;332;p70"/>
          <p:cNvSpPr txBox="1"/>
          <p:nvPr>
            <p:ph type="title"/>
          </p:nvPr>
        </p:nvSpPr>
        <p:spPr>
          <a:xfrm>
            <a:off x="457200" y="165102"/>
            <a:ext cx="8229600" cy="938100"/>
          </a:xfrm>
          <a:prstGeom prst="rect">
            <a:avLst/>
          </a:prstGeom>
          <a:noFill/>
          <a:ln>
            <a:noFill/>
          </a:ln>
        </p:spPr>
        <p:txBody>
          <a:bodyPr anchorCtr="0" anchor="ctr" bIns="45700" lIns="91425" spcFirstLastPara="1" rIns="45700" wrap="square" tIns="45700">
            <a:noAutofit/>
          </a:bodyPr>
          <a:lstStyle>
            <a:lvl1pPr lvl="0" algn="l">
              <a:lnSpc>
                <a:spcPct val="100000"/>
              </a:lnSpc>
              <a:spcBef>
                <a:spcPts val="0"/>
              </a:spcBef>
              <a:spcAft>
                <a:spcPts val="0"/>
              </a:spcAft>
              <a:buClr>
                <a:srgbClr val="214A8F"/>
              </a:buClr>
              <a:buSzPts val="18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333" name="Google Shape;333;p70"/>
          <p:cNvSpPr txBox="1"/>
          <p:nvPr>
            <p:ph idx="12" type="sldNum"/>
          </p:nvPr>
        </p:nvSpPr>
        <p:spPr>
          <a:xfrm>
            <a:off x="8302605" y="4883081"/>
            <a:ext cx="384300" cy="205800"/>
          </a:xfrm>
          <a:prstGeom prst="rect">
            <a:avLst/>
          </a:prstGeom>
          <a:noFill/>
          <a:ln>
            <a:noFill/>
          </a:ln>
        </p:spPr>
        <p:txBody>
          <a:bodyPr anchorCtr="0" anchor="b" bIns="0" lIns="91425" spcFirstLastPara="1" rIns="0" wrap="square" tIns="457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7F7F7F"/>
                </a:solidFill>
                <a:latin typeface="Corbel"/>
                <a:ea typeface="Corbel"/>
                <a:cs typeface="Corbel"/>
                <a:sym typeface="Corbel"/>
              </a:defRPr>
            </a:lvl9pPr>
          </a:lstStyle>
          <a:p>
            <a:pPr indent="0" lvl="0" marL="0" rtl="0" algn="r">
              <a:spcBef>
                <a:spcPts val="0"/>
              </a:spcBef>
              <a:spcAft>
                <a:spcPts val="0"/>
              </a:spcAft>
              <a:buNone/>
            </a:pPr>
            <a:r>
              <a:rPr lang="en"/>
              <a:t>   </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image" Target="../media/image1.pn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5" Type="http://schemas.openxmlformats.org/officeDocument/2006/relationships/slideLayout" Target="../slideLayouts/slideLayout18.xml"/><Relationship Id="rId6" Type="http://schemas.openxmlformats.org/officeDocument/2006/relationships/slideLayout" Target="../slideLayouts/slideLayout19.xml"/><Relationship Id="rId18" Type="http://schemas.openxmlformats.org/officeDocument/2006/relationships/theme" Target="../theme/theme2.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 Type="http://schemas.openxmlformats.org/officeDocument/2006/relationships/image" Target="../media/image1.png"/><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6" Type="http://schemas.openxmlformats.org/officeDocument/2006/relationships/theme" Target="../theme/theme6.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65.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21" Type="http://schemas.openxmlformats.org/officeDocument/2006/relationships/theme" Target="../theme/theme3.xml"/><Relationship Id="rId13" Type="http://schemas.openxmlformats.org/officeDocument/2006/relationships/slideLayout" Target="../slideLayouts/slideLayout58.xml"/><Relationship Id="rId12" Type="http://schemas.openxmlformats.org/officeDocument/2006/relationships/slideLayout" Target="../slideLayouts/slideLayout57.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5" Type="http://schemas.openxmlformats.org/officeDocument/2006/relationships/slideLayout" Target="../slideLayouts/slideLayout60.xml"/><Relationship Id="rId14" Type="http://schemas.openxmlformats.org/officeDocument/2006/relationships/slideLayout" Target="../slideLayouts/slideLayout59.xml"/><Relationship Id="rId17" Type="http://schemas.openxmlformats.org/officeDocument/2006/relationships/slideLayout" Target="../slideLayouts/slideLayout62.xml"/><Relationship Id="rId16" Type="http://schemas.openxmlformats.org/officeDocument/2006/relationships/slideLayout" Target="../slideLayouts/slideLayout61.xml"/><Relationship Id="rId5" Type="http://schemas.openxmlformats.org/officeDocument/2006/relationships/slideLayout" Target="../slideLayouts/slideLayout50.xml"/><Relationship Id="rId19" Type="http://schemas.openxmlformats.org/officeDocument/2006/relationships/slideLayout" Target="../slideLayouts/slideLayout64.xml"/><Relationship Id="rId6" Type="http://schemas.openxmlformats.org/officeDocument/2006/relationships/slideLayout" Target="../slideLayouts/slideLayout51.xml"/><Relationship Id="rId18" Type="http://schemas.openxmlformats.org/officeDocument/2006/relationships/slideLayout" Target="../slideLayouts/slideLayout63.xml"/><Relationship Id="rId7" Type="http://schemas.openxmlformats.org/officeDocument/2006/relationships/slideLayout" Target="../slideLayouts/slideLayout52.xml"/><Relationship Id="rId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3350" y="-66950"/>
            <a:ext cx="9170700" cy="5757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9pPr>
          </a:lstStyle>
          <a:p/>
        </p:txBody>
      </p:sp>
      <p:sp>
        <p:nvSpPr>
          <p:cNvPr id="8" name="Google Shape;8;p1"/>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 name="Google Shape;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1">
            <a:alphaModFix/>
          </a:blip>
          <a:srcRect b="0" l="0" r="0" t="0"/>
          <a:stretch/>
        </p:blipFill>
        <p:spPr>
          <a:xfrm>
            <a:off x="8545450" y="-33450"/>
            <a:ext cx="548700" cy="5487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6" name="Shape 66"/>
        <p:cNvGrpSpPr/>
        <p:nvPr/>
      </p:nvGrpSpPr>
      <p:grpSpPr>
        <a:xfrm>
          <a:off x="0" y="0"/>
          <a:ext cx="0" cy="0"/>
          <a:chOff x="0" y="0"/>
          <a:chExt cx="0" cy="0"/>
        </a:xfrm>
      </p:grpSpPr>
      <p:sp>
        <p:nvSpPr>
          <p:cNvPr id="67" name="Google Shape;67;p16"/>
          <p:cNvSpPr/>
          <p:nvPr/>
        </p:nvSpPr>
        <p:spPr>
          <a:xfrm>
            <a:off x="-13350" y="-66950"/>
            <a:ext cx="9170700" cy="5757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9pPr>
          </a:lstStyle>
          <a:p/>
        </p:txBody>
      </p:sp>
      <p:sp>
        <p:nvSpPr>
          <p:cNvPr id="69" name="Google Shape;69;p16"/>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0" name="Google Shape;7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6"/>
          <p:cNvPicPr preferRelativeResize="0"/>
          <p:nvPr/>
        </p:nvPicPr>
        <p:blipFill rotWithShape="1">
          <a:blip r:embed="rId1">
            <a:alphaModFix/>
          </a:blip>
          <a:srcRect b="0" l="0" r="0" t="0"/>
          <a:stretch/>
        </p:blipFill>
        <p:spPr>
          <a:xfrm>
            <a:off x="8545450" y="-33450"/>
            <a:ext cx="548700" cy="5487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56" name="Shape 156"/>
        <p:cNvGrpSpPr/>
        <p:nvPr/>
      </p:nvGrpSpPr>
      <p:grpSpPr>
        <a:xfrm>
          <a:off x="0" y="0"/>
          <a:ext cx="0" cy="0"/>
          <a:chOff x="0" y="0"/>
          <a:chExt cx="0" cy="0"/>
        </a:xfrm>
      </p:grpSpPr>
      <p:sp>
        <p:nvSpPr>
          <p:cNvPr id="157" name="Google Shape;157;p35"/>
          <p:cNvSpPr/>
          <p:nvPr/>
        </p:nvSpPr>
        <p:spPr>
          <a:xfrm>
            <a:off x="-13350" y="-66950"/>
            <a:ext cx="9170700" cy="5757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9pPr>
          </a:lstStyle>
          <a:p/>
        </p:txBody>
      </p:sp>
      <p:sp>
        <p:nvSpPr>
          <p:cNvPr id="159" name="Google Shape;159;p35"/>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60" name="Google Shape;160;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61" name="Google Shape;161;p35"/>
          <p:cNvPicPr preferRelativeResize="0"/>
          <p:nvPr/>
        </p:nvPicPr>
        <p:blipFill rotWithShape="1">
          <a:blip r:embed="rId1">
            <a:alphaModFix/>
          </a:blip>
          <a:srcRect b="0" l="0" r="0" t="0"/>
          <a:stretch/>
        </p:blipFill>
        <p:spPr>
          <a:xfrm>
            <a:off x="8545450" y="-33450"/>
            <a:ext cx="548700" cy="5487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8" name="Shape 228"/>
        <p:cNvGrpSpPr/>
        <p:nvPr/>
      </p:nvGrpSpPr>
      <p:grpSpPr>
        <a:xfrm>
          <a:off x="0" y="0"/>
          <a:ext cx="0" cy="0"/>
          <a:chOff x="0" y="0"/>
          <a:chExt cx="0" cy="0"/>
        </a:xfrm>
      </p:grpSpPr>
      <p:sp>
        <p:nvSpPr>
          <p:cNvPr id="229" name="Google Shape;22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30" name="Google Shape;230;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231" name="Google Shape;23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ocs.google.com/spreadsheets/d/16UzbPkleajr5yHGeqTyXksXyUPIyQEum2jZKbhIM2U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docs.google.com/spreadsheets/d/16UzbPkleajr5yHGeqTyXksXyUPIyQEum2jZKbhIM2U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hyperlink" Target="https://docs.docker.com/get-started/overview/#fast-consistent-delivery-of-your-applications" TargetMode="External"/><Relationship Id="rId4" Type="http://schemas.openxmlformats.org/officeDocument/2006/relationships/hyperlink" Target="https://docs.docker.com/get-started/overview/#responsive-deployment-and-scaling" TargetMode="External"/><Relationship Id="rId5" Type="http://schemas.openxmlformats.org/officeDocument/2006/relationships/hyperlink" Target="https://docs.docker.com/get-started/overview/#running-more-workloads-on-the-same-hardwar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hyperlink" Target="https://course.ccs.neu.edu/cs6120s26/assets/pdf/lab-2.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hyperlink" Target="https://console.cloud.google.com/vertex-ai/workbench/user-managed" TargetMode="Externa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hyperlink" Target="https://colab.research.google.com/drive/1Q9weTl2-Omsem00mXrQLud35p6kxB2vo#scrollTo=SSSaHNIigfwj"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60.png"/><Relationship Id="rId5" Type="http://schemas.openxmlformats.org/officeDocument/2006/relationships/image" Target="../media/image25.png"/><Relationship Id="rId6"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0.xml"/><Relationship Id="rId3" Type="http://schemas.openxmlformats.org/officeDocument/2006/relationships/image" Target="../media/image28.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2.xml"/><Relationship Id="rId3" Type="http://schemas.openxmlformats.org/officeDocument/2006/relationships/image" Target="../media/image30.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3.xml"/><Relationship Id="rId3" Type="http://schemas.openxmlformats.org/officeDocument/2006/relationships/image" Target="../media/image38.png"/><Relationship Id="rId4" Type="http://schemas.openxmlformats.org/officeDocument/2006/relationships/image" Target="../media/image45.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4.xml"/><Relationship Id="rId3" Type="http://schemas.openxmlformats.org/officeDocument/2006/relationships/image" Target="../media/image6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5.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7.png"/><Relationship Id="rId6" Type="http://schemas.openxmlformats.org/officeDocument/2006/relationships/hyperlink" Target="http://www.ee.ic.ac.uk/hp/staff/dmb/matrix/calculus.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8.xml"/><Relationship Id="rId3" Type="http://schemas.openxmlformats.org/officeDocument/2006/relationships/image" Target="../media/image4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9.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0.xml"/><Relationship Id="rId3"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1.xml"/><Relationship Id="rId3"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2.xml"/><Relationship Id="rId3" Type="http://schemas.openxmlformats.org/officeDocument/2006/relationships/image" Target="../media/image51.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3.xml"/><Relationship Id="rId3" Type="http://schemas.openxmlformats.org/officeDocument/2006/relationships/image" Target="../media/image48.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6.xml"/><Relationship Id="rId3" Type="http://schemas.openxmlformats.org/officeDocument/2006/relationships/image" Target="../media/image141.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7.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63.png"/><Relationship Id="rId6" Type="http://schemas.openxmlformats.org/officeDocument/2006/relationships/image" Target="../media/image6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8.xml"/><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56.png"/><Relationship Id="rId6" Type="http://schemas.openxmlformats.org/officeDocument/2006/relationships/image" Target="../media/image5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0.xml"/><Relationship Id="rId3" Type="http://schemas.openxmlformats.org/officeDocument/2006/relationships/image" Target="../media/image59.png"/><Relationship Id="rId4" Type="http://schemas.openxmlformats.org/officeDocument/2006/relationships/image" Target="../media/image65.png"/><Relationship Id="rId5" Type="http://schemas.openxmlformats.org/officeDocument/2006/relationships/image" Target="../media/image67.png"/><Relationship Id="rId6" Type="http://schemas.openxmlformats.org/officeDocument/2006/relationships/image" Target="../media/image61.png"/><Relationship Id="rId7" Type="http://schemas.openxmlformats.org/officeDocument/2006/relationships/image" Target="../media/image66.png"/><Relationship Id="rId8"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2.xml"/><Relationship Id="rId3" Type="http://schemas.openxmlformats.org/officeDocument/2006/relationships/hyperlink" Target="https://cs229.stanford.edu/section/cs229-linalg.pdf" TargetMode="External"/><Relationship Id="rId4" Type="http://schemas.openxmlformats.org/officeDocument/2006/relationships/hyperlink" Target="https://arxiv.org/pdf/1802.01528"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4.xml"/><Relationship Id="rId3" Type="http://schemas.openxmlformats.org/officeDocument/2006/relationships/image" Target="../media/image68.png"/><Relationship Id="rId4" Type="http://schemas.openxmlformats.org/officeDocument/2006/relationships/image" Target="../media/image74.png"/><Relationship Id="rId5" Type="http://schemas.openxmlformats.org/officeDocument/2006/relationships/image" Target="../media/image69.png"/><Relationship Id="rId6" Type="http://schemas.openxmlformats.org/officeDocument/2006/relationships/image" Target="../media/image8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5.xml"/><Relationship Id="rId3" Type="http://schemas.openxmlformats.org/officeDocument/2006/relationships/image" Target="../media/image7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6.xml"/><Relationship Id="rId3" Type="http://schemas.openxmlformats.org/officeDocument/2006/relationships/image" Target="../media/image70.png"/><Relationship Id="rId4" Type="http://schemas.openxmlformats.org/officeDocument/2006/relationships/image" Target="../media/image7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7.xml"/><Relationship Id="rId3" Type="http://schemas.openxmlformats.org/officeDocument/2006/relationships/image" Target="../media/image7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8.xml"/><Relationship Id="rId3" Type="http://schemas.openxmlformats.org/officeDocument/2006/relationships/image" Target="../media/image76.png"/><Relationship Id="rId4" Type="http://schemas.openxmlformats.org/officeDocument/2006/relationships/image" Target="../media/image7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9.xml"/><Relationship Id="rId3" Type="http://schemas.openxmlformats.org/officeDocument/2006/relationships/image" Target="../media/image80.png"/><Relationship Id="rId4" Type="http://schemas.openxmlformats.org/officeDocument/2006/relationships/image" Target="../media/image7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0.xml"/><Relationship Id="rId3" Type="http://schemas.openxmlformats.org/officeDocument/2006/relationships/image" Target="../media/image87.png"/><Relationship Id="rId4" Type="http://schemas.openxmlformats.org/officeDocument/2006/relationships/image" Target="../media/image79.png"/><Relationship Id="rId5" Type="http://schemas.openxmlformats.org/officeDocument/2006/relationships/image" Target="../media/image8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1.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9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2.xml"/><Relationship Id="rId3" Type="http://schemas.openxmlformats.org/officeDocument/2006/relationships/image" Target="../media/image8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3.xml"/><Relationship Id="rId3" Type="http://schemas.openxmlformats.org/officeDocument/2006/relationships/image" Target="../media/image91.png"/><Relationship Id="rId4" Type="http://schemas.openxmlformats.org/officeDocument/2006/relationships/image" Target="../media/image8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5.xml"/><Relationship Id="rId3" Type="http://schemas.openxmlformats.org/officeDocument/2006/relationships/image" Target="../media/image92.png"/><Relationship Id="rId4" Type="http://schemas.openxmlformats.org/officeDocument/2006/relationships/image" Target="../media/image8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 Id="rId3" Type="http://schemas.openxmlformats.org/officeDocument/2006/relationships/image" Target="../media/image86.png"/><Relationship Id="rId4" Type="http://schemas.openxmlformats.org/officeDocument/2006/relationships/image" Target="../media/image132.png"/><Relationship Id="rId5" Type="http://schemas.openxmlformats.org/officeDocument/2006/relationships/image" Target="../media/image9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7.xml"/><Relationship Id="rId3" Type="http://schemas.openxmlformats.org/officeDocument/2006/relationships/image" Target="../media/image104.png"/><Relationship Id="rId4" Type="http://schemas.openxmlformats.org/officeDocument/2006/relationships/image" Target="../media/image10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8.xml"/><Relationship Id="rId3" Type="http://schemas.openxmlformats.org/officeDocument/2006/relationships/image" Target="../media/image94.png"/><Relationship Id="rId4" Type="http://schemas.openxmlformats.org/officeDocument/2006/relationships/image" Target="../media/image9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9.xml"/><Relationship Id="rId3" Type="http://schemas.openxmlformats.org/officeDocument/2006/relationships/image" Target="../media/image96.png"/><Relationship Id="rId4" Type="http://schemas.openxmlformats.org/officeDocument/2006/relationships/image" Target="../media/image98.png"/><Relationship Id="rId9" Type="http://schemas.openxmlformats.org/officeDocument/2006/relationships/image" Target="../media/image100.png"/><Relationship Id="rId5" Type="http://schemas.openxmlformats.org/officeDocument/2006/relationships/image" Target="../media/image105.png"/><Relationship Id="rId6" Type="http://schemas.openxmlformats.org/officeDocument/2006/relationships/image" Target="../media/image97.png"/><Relationship Id="rId7" Type="http://schemas.openxmlformats.org/officeDocument/2006/relationships/image" Target="../media/image99.png"/><Relationship Id="rId8" Type="http://schemas.openxmlformats.org/officeDocument/2006/relationships/image" Target="../media/image10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1.xml"/><Relationship Id="rId3" Type="http://schemas.openxmlformats.org/officeDocument/2006/relationships/image" Target="../media/image103.png"/><Relationship Id="rId4" Type="http://schemas.openxmlformats.org/officeDocument/2006/relationships/image" Target="../media/image10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2.xml"/><Relationship Id="rId3" Type="http://schemas.openxmlformats.org/officeDocument/2006/relationships/image" Target="../media/image108.png"/><Relationship Id="rId4" Type="http://schemas.openxmlformats.org/officeDocument/2006/relationships/image" Target="../media/image106.png"/><Relationship Id="rId5" Type="http://schemas.openxmlformats.org/officeDocument/2006/relationships/image" Target="../media/image11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3.xml"/><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19.png"/><Relationship Id="rId6" Type="http://schemas.openxmlformats.org/officeDocument/2006/relationships/image" Target="../media/image114.png"/><Relationship Id="rId7" Type="http://schemas.openxmlformats.org/officeDocument/2006/relationships/image" Target="../media/image111.png"/><Relationship Id="rId8" Type="http://schemas.openxmlformats.org/officeDocument/2006/relationships/image" Target="../media/image11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5.xml"/><Relationship Id="rId3" Type="http://schemas.openxmlformats.org/officeDocument/2006/relationships/hyperlink" Target="https://keras.io/examples/vision/mnist_convnet/" TargetMode="External"/><Relationship Id="rId4" Type="http://schemas.openxmlformats.org/officeDocument/2006/relationships/image" Target="../media/image11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6.xml"/><Relationship Id="rId3" Type="http://schemas.openxmlformats.org/officeDocument/2006/relationships/image" Target="../media/image1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7.xml"/><Relationship Id="rId3" Type="http://schemas.openxmlformats.org/officeDocument/2006/relationships/image" Target="../media/image116.png"/></Relationships>
</file>

<file path=ppt/slides/_rels/slide88.xml.rels><?xml version="1.0" encoding="UTF-8" standalone="yes"?><Relationships xmlns="http://schemas.openxmlformats.org/package/2006/relationships"><Relationship Id="rId11" Type="http://schemas.openxmlformats.org/officeDocument/2006/relationships/image" Target="../media/image125.png"/><Relationship Id="rId10" Type="http://schemas.openxmlformats.org/officeDocument/2006/relationships/image" Target="../media/image121.png"/><Relationship Id="rId13" Type="http://schemas.openxmlformats.org/officeDocument/2006/relationships/image" Target="../media/image127.png"/><Relationship Id="rId12" Type="http://schemas.openxmlformats.org/officeDocument/2006/relationships/image" Target="../media/image126.png"/><Relationship Id="rId1" Type="http://schemas.openxmlformats.org/officeDocument/2006/relationships/slideLayout" Target="../slideLayouts/slideLayout32.xml"/><Relationship Id="rId2" Type="http://schemas.openxmlformats.org/officeDocument/2006/relationships/notesSlide" Target="../notesSlides/notesSlide88.xml"/><Relationship Id="rId3" Type="http://schemas.openxmlformats.org/officeDocument/2006/relationships/image" Target="../media/image115.png"/><Relationship Id="rId4" Type="http://schemas.openxmlformats.org/officeDocument/2006/relationships/image" Target="../media/image118.png"/><Relationship Id="rId9" Type="http://schemas.openxmlformats.org/officeDocument/2006/relationships/image" Target="../media/image123.png"/><Relationship Id="rId5" Type="http://schemas.openxmlformats.org/officeDocument/2006/relationships/image" Target="../media/image122.png"/><Relationship Id="rId6" Type="http://schemas.openxmlformats.org/officeDocument/2006/relationships/image" Target="../media/image124.png"/><Relationship Id="rId7" Type="http://schemas.openxmlformats.org/officeDocument/2006/relationships/image" Target="../media/image128.png"/><Relationship Id="rId8" Type="http://schemas.openxmlformats.org/officeDocument/2006/relationships/image" Target="../media/image12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9.xml"/><Relationship Id="rId3" Type="http://schemas.openxmlformats.org/officeDocument/2006/relationships/image" Target="../media/image11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1.xml"/><Relationship Id="rId3" Type="http://schemas.openxmlformats.org/officeDocument/2006/relationships/image" Target="../media/image138.png"/><Relationship Id="rId4" Type="http://schemas.openxmlformats.org/officeDocument/2006/relationships/image" Target="../media/image13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6.xml"/><Relationship Id="rId3" Type="http://schemas.openxmlformats.org/officeDocument/2006/relationships/image" Target="../media/image13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7.xml"/><Relationship Id="rId3" Type="http://schemas.openxmlformats.org/officeDocument/2006/relationships/image" Target="../media/image12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8.xml"/><Relationship Id="rId3" Type="http://schemas.openxmlformats.org/officeDocument/2006/relationships/hyperlink" Target="https://keras.io/api/layers/" TargetMode="External"/><Relationship Id="rId4" Type="http://schemas.openxmlformats.org/officeDocument/2006/relationships/hyperlink" Target="https://keras.io/api/layers/" TargetMode="External"/><Relationship Id="rId5" Type="http://schemas.openxmlformats.org/officeDocument/2006/relationships/hyperlink" Target="https://keras.io/api/layers/" TargetMode="External"/><Relationship Id="rId6" Type="http://schemas.openxmlformats.org/officeDocument/2006/relationships/image" Target="../media/image13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9.xml"/><Relationship Id="rId3" Type="http://schemas.openxmlformats.org/officeDocument/2006/relationships/image" Target="../media/image131.png"/><Relationship Id="rId4" Type="http://schemas.openxmlformats.org/officeDocument/2006/relationships/image" Target="../media/image13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0.xml"/><Relationship Id="rId3" Type="http://schemas.openxmlformats.org/officeDocument/2006/relationships/image" Target="../media/image12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1.xml"/><Relationship Id="rId3" Type="http://schemas.openxmlformats.org/officeDocument/2006/relationships/hyperlink" Target="https://keras.io/api/losses/" TargetMode="External"/><Relationship Id="rId4" Type="http://schemas.openxmlformats.org/officeDocument/2006/relationships/image" Target="../media/image13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2.xml"/><Relationship Id="rId3" Type="http://schemas.openxmlformats.org/officeDocument/2006/relationships/image" Target="../media/image13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3.xml"/><Relationship Id="rId3" Type="http://schemas.openxmlformats.org/officeDocument/2006/relationships/image" Target="../media/image140.png"/><Relationship Id="rId4" Type="http://schemas.openxmlformats.org/officeDocument/2006/relationships/image" Target="../media/image136.png"/><Relationship Id="rId5" Type="http://schemas.openxmlformats.org/officeDocument/2006/relationships/image" Target="../media/image14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i="1" lang="en">
                <a:solidFill>
                  <a:srgbClr val="980000"/>
                </a:solidFill>
                <a:latin typeface="Comic Sans MS"/>
                <a:ea typeface="Comic Sans MS"/>
                <a:cs typeface="Comic Sans MS"/>
                <a:sym typeface="Comic Sans MS"/>
              </a:rPr>
              <a:t>CS 6120</a:t>
            </a:r>
            <a:endParaRPr i="1">
              <a:solidFill>
                <a:srgbClr val="980000"/>
              </a:solidFill>
              <a:latin typeface="Comic Sans MS"/>
              <a:ea typeface="Comic Sans MS"/>
              <a:cs typeface="Comic Sans MS"/>
              <a:sym typeface="Comic Sans MS"/>
            </a:endParaRPr>
          </a:p>
        </p:txBody>
      </p:sp>
      <p:sp>
        <p:nvSpPr>
          <p:cNvPr id="339" name="Google Shape;339;p71"/>
          <p:cNvSpPr txBox="1"/>
          <p:nvPr>
            <p:ph idx="1" type="subTitle"/>
          </p:nvPr>
        </p:nvSpPr>
        <p:spPr>
          <a:xfrm>
            <a:off x="311700" y="257175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sz="2000">
                <a:latin typeface="Courier New"/>
                <a:ea typeface="Courier New"/>
                <a:cs typeface="Courier New"/>
                <a:sym typeface="Courier New"/>
              </a:rPr>
              <a:t>Week 2: Review - Core Concepts and Foundations</a:t>
            </a:r>
            <a:endParaRPr b="1" sz="2000">
              <a:latin typeface="Courier New"/>
              <a:ea typeface="Courier New"/>
              <a:cs typeface="Courier New"/>
              <a:sym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7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Administrivia</a:t>
            </a:r>
            <a:endParaRPr/>
          </a:p>
        </p:txBody>
      </p:sp>
      <p:sp>
        <p:nvSpPr>
          <p:cNvPr id="345" name="Google Shape;345;p72"/>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Room request for new HVAC</a:t>
            </a:r>
            <a:br>
              <a:rPr lang="en"/>
            </a:br>
            <a:endParaRPr/>
          </a:p>
          <a:p>
            <a:pPr indent="-342900" lvl="0" marL="457200" rtl="0" algn="l">
              <a:lnSpc>
                <a:spcPct val="115000"/>
              </a:lnSpc>
              <a:spcBef>
                <a:spcPts val="0"/>
              </a:spcBef>
              <a:spcAft>
                <a:spcPts val="0"/>
              </a:spcAft>
              <a:buSzPts val="1800"/>
              <a:buChar char="●"/>
            </a:pPr>
            <a:r>
              <a:rPr lang="en" u="sng">
                <a:solidFill>
                  <a:schemeClr val="hlink"/>
                </a:solidFill>
                <a:hlinkClick r:id="rId3"/>
              </a:rPr>
              <a:t>Reviewing reading group sign-ups</a:t>
            </a:r>
            <a:endParaRPr/>
          </a:p>
          <a:p>
            <a:pPr indent="-317500" lvl="1" marL="914400" rtl="0" algn="l">
              <a:lnSpc>
                <a:spcPct val="115000"/>
              </a:lnSpc>
              <a:spcBef>
                <a:spcPts val="0"/>
              </a:spcBef>
              <a:spcAft>
                <a:spcPts val="0"/>
              </a:spcAft>
              <a:buSzPts val="1400"/>
              <a:buChar char="○"/>
            </a:pPr>
            <a:r>
              <a:rPr lang="en"/>
              <a:t>Currently 36 students have signed up</a:t>
            </a:r>
            <a:endParaRPr/>
          </a:p>
          <a:p>
            <a:pPr indent="-317500" lvl="1" marL="914400" rtl="0" algn="l">
              <a:lnSpc>
                <a:spcPct val="115000"/>
              </a:lnSpc>
              <a:spcBef>
                <a:spcPts val="0"/>
              </a:spcBef>
              <a:spcAft>
                <a:spcPts val="0"/>
              </a:spcAft>
              <a:buSzPts val="1400"/>
              <a:buChar char="○"/>
            </a:pPr>
            <a:r>
              <a:rPr lang="en"/>
              <a:t>Updated times and papers (54 total students)</a:t>
            </a:r>
            <a:br>
              <a:rPr lang="en"/>
            </a:br>
            <a:endParaRPr/>
          </a:p>
          <a:p>
            <a:pPr indent="-317500" lvl="0" marL="457200" rtl="0" algn="l">
              <a:lnSpc>
                <a:spcPct val="115000"/>
              </a:lnSpc>
              <a:spcBef>
                <a:spcPts val="0"/>
              </a:spcBef>
              <a:spcAft>
                <a:spcPts val="0"/>
              </a:spcAft>
              <a:buSzPts val="1400"/>
              <a:buChar char="●"/>
            </a:pPr>
            <a:r>
              <a:rPr lang="en"/>
              <a:t>Last week’s recitation: Python Review</a:t>
            </a:r>
            <a:endParaRPr/>
          </a:p>
          <a:p>
            <a:pPr indent="-317500" lvl="0" marL="457200" rtl="0" algn="l">
              <a:lnSpc>
                <a:spcPct val="115000"/>
              </a:lnSpc>
              <a:spcBef>
                <a:spcPts val="0"/>
              </a:spcBef>
              <a:spcAft>
                <a:spcPts val="0"/>
              </a:spcAft>
              <a:buSzPts val="1400"/>
              <a:buChar char="●"/>
            </a:pPr>
            <a:r>
              <a:rPr lang="en"/>
              <a:t>This week’s recitation: </a:t>
            </a:r>
            <a:r>
              <a:rPr lang="en"/>
              <a:t>Foundations of Linear Algebra</a:t>
            </a:r>
            <a:endParaRPr/>
          </a:p>
          <a:p>
            <a:pPr indent="-317500" lvl="1" marL="914400" rtl="0" algn="l">
              <a:lnSpc>
                <a:spcPct val="115000"/>
              </a:lnSpc>
              <a:spcBef>
                <a:spcPts val="0"/>
              </a:spcBef>
              <a:spcAft>
                <a:spcPts val="0"/>
              </a:spcAft>
              <a:buSzPts val="1400"/>
              <a:buChar char="○"/>
            </a:pPr>
            <a:r>
              <a:rPr lang="en"/>
              <a:t>Time / Date / Room</a:t>
            </a:r>
            <a:br>
              <a:rPr lang="en"/>
            </a:b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73"/>
          <p:cNvSpPr txBox="1"/>
          <p:nvPr>
            <p:ph idx="1" type="body"/>
          </p:nvPr>
        </p:nvSpPr>
        <p:spPr>
          <a:xfrm>
            <a:off x="311700" y="736350"/>
            <a:ext cx="4032300" cy="38325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Course Waitlist Status</a:t>
            </a:r>
            <a:br>
              <a:rPr lang="en"/>
            </a:br>
            <a:endParaRPr/>
          </a:p>
          <a:p>
            <a:pPr indent="-342900" lvl="0" marL="457200" rtl="0" algn="l">
              <a:lnSpc>
                <a:spcPct val="115000"/>
              </a:lnSpc>
              <a:spcBef>
                <a:spcPts val="0"/>
              </a:spcBef>
              <a:spcAft>
                <a:spcPts val="0"/>
              </a:spcAft>
              <a:buSzPts val="1800"/>
              <a:buChar char="●"/>
            </a:pPr>
            <a:r>
              <a:rPr lang="en"/>
              <a:t>If you are not enrolled, please</a:t>
            </a:r>
            <a:br>
              <a:rPr lang="en"/>
            </a:br>
            <a:r>
              <a:rPr lang="en"/>
              <a:t>e-mail me.</a:t>
            </a:r>
            <a:br>
              <a:rPr lang="en"/>
            </a:br>
            <a:endParaRPr/>
          </a:p>
          <a:p>
            <a:pPr indent="-342900" lvl="0" marL="457200" rtl="0" algn="l">
              <a:lnSpc>
                <a:spcPct val="115000"/>
              </a:lnSpc>
              <a:spcBef>
                <a:spcPts val="0"/>
              </a:spcBef>
              <a:spcAft>
                <a:spcPts val="0"/>
              </a:spcAft>
              <a:buSzPts val="1800"/>
              <a:buChar char="●"/>
            </a:pPr>
            <a:r>
              <a:rPr lang="en"/>
              <a:t>If you have recently enrolled, </a:t>
            </a:r>
            <a:r>
              <a:rPr b="1" lang="en"/>
              <a:t>DM me / TA’s so that you are synced to Teams</a:t>
            </a:r>
            <a:br>
              <a:rPr lang="en"/>
            </a:br>
            <a:endParaRPr/>
          </a:p>
          <a:p>
            <a:pPr indent="-342900" lvl="0" marL="457200" rtl="0" algn="l">
              <a:lnSpc>
                <a:spcPct val="115000"/>
              </a:lnSpc>
              <a:spcBef>
                <a:spcPts val="0"/>
              </a:spcBef>
              <a:spcAft>
                <a:spcPts val="0"/>
              </a:spcAft>
              <a:buSzPts val="1800"/>
              <a:buChar char="●"/>
            </a:pPr>
            <a:r>
              <a:rPr lang="en"/>
              <a:t>Check Gradescope to see if you can access assignments</a:t>
            </a:r>
            <a:br>
              <a:rPr lang="en"/>
            </a:br>
            <a:endParaRPr/>
          </a:p>
          <a:p>
            <a:pPr indent="-342900" lvl="0" marL="457200" rtl="0" algn="l">
              <a:lnSpc>
                <a:spcPct val="115000"/>
              </a:lnSpc>
              <a:spcBef>
                <a:spcPts val="0"/>
              </a:spcBef>
              <a:spcAft>
                <a:spcPts val="0"/>
              </a:spcAft>
              <a:buSzPts val="1800"/>
              <a:buChar char="●"/>
            </a:pPr>
            <a:r>
              <a:rPr b="1" lang="en"/>
              <a:t>Attendance by code: Qwickly</a:t>
            </a:r>
            <a:endParaRPr b="1"/>
          </a:p>
        </p:txBody>
      </p:sp>
      <p:sp>
        <p:nvSpPr>
          <p:cNvPr id="351" name="Google Shape;351;p7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Administrivia</a:t>
            </a:r>
            <a:endParaRPr/>
          </a:p>
        </p:txBody>
      </p:sp>
      <p:pic>
        <p:nvPicPr>
          <p:cNvPr id="352" name="Google Shape;352;p73"/>
          <p:cNvPicPr preferRelativeResize="0"/>
          <p:nvPr/>
        </p:nvPicPr>
        <p:blipFill>
          <a:blip r:embed="rId3">
            <a:alphaModFix/>
          </a:blip>
          <a:stretch>
            <a:fillRect/>
          </a:stretch>
        </p:blipFill>
        <p:spPr>
          <a:xfrm>
            <a:off x="4496400" y="1219185"/>
            <a:ext cx="4495199" cy="286683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7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Administrivia - Due Today and Due Soon</a:t>
            </a:r>
            <a:endParaRPr/>
          </a:p>
        </p:txBody>
      </p:sp>
      <p:sp>
        <p:nvSpPr>
          <p:cNvPr id="358" name="Google Shape;358;p74"/>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Due Before Any Absences:</a:t>
            </a:r>
            <a:endParaRPr/>
          </a:p>
          <a:p>
            <a:pPr indent="-317500" lvl="1" marL="914400" rtl="0" algn="l">
              <a:lnSpc>
                <a:spcPct val="115000"/>
              </a:lnSpc>
              <a:spcBef>
                <a:spcPts val="0"/>
              </a:spcBef>
              <a:spcAft>
                <a:spcPts val="0"/>
              </a:spcAft>
              <a:buSzPts val="1400"/>
              <a:buChar char="○"/>
            </a:pPr>
            <a:r>
              <a:rPr lang="en"/>
              <a:t>Send e-mail to instructor / TA’s for any absences</a:t>
            </a:r>
            <a:br>
              <a:rPr lang="en"/>
            </a:br>
            <a:endParaRPr/>
          </a:p>
          <a:p>
            <a:pPr indent="-342900" lvl="0" marL="457200" rtl="0" algn="l">
              <a:lnSpc>
                <a:spcPct val="115000"/>
              </a:lnSpc>
              <a:spcBef>
                <a:spcPts val="0"/>
              </a:spcBef>
              <a:spcAft>
                <a:spcPts val="0"/>
              </a:spcAft>
              <a:buSzPts val="1800"/>
              <a:buChar char="●"/>
            </a:pPr>
            <a:r>
              <a:rPr lang="en"/>
              <a:t>Due Today:</a:t>
            </a:r>
            <a:endParaRPr/>
          </a:p>
          <a:p>
            <a:pPr indent="-317500" lvl="1" marL="914400" rtl="0" algn="l">
              <a:lnSpc>
                <a:spcPct val="115000"/>
              </a:lnSpc>
              <a:spcBef>
                <a:spcPts val="0"/>
              </a:spcBef>
              <a:spcAft>
                <a:spcPts val="0"/>
              </a:spcAft>
              <a:buSzPts val="1400"/>
              <a:buChar char="○"/>
            </a:pPr>
            <a:r>
              <a:rPr lang="en"/>
              <a:t>Homework 1: How was it? How would you rate the level of difficulty? </a:t>
            </a:r>
            <a:r>
              <a:rPr b="1" i="1" lang="en"/>
              <a:t>Homework in Python only</a:t>
            </a:r>
            <a:r>
              <a:rPr lang="en"/>
              <a:t>. Please use the assignment templates. (They will always be there for any assignment).</a:t>
            </a:r>
            <a:endParaRPr/>
          </a:p>
          <a:p>
            <a:pPr indent="-317500" lvl="1" marL="914400" rtl="0" algn="l">
              <a:lnSpc>
                <a:spcPct val="115000"/>
              </a:lnSpc>
              <a:spcBef>
                <a:spcPts val="0"/>
              </a:spcBef>
              <a:spcAft>
                <a:spcPts val="0"/>
              </a:spcAft>
              <a:buSzPts val="1400"/>
              <a:buChar char="○"/>
            </a:pPr>
            <a:r>
              <a:rPr lang="en"/>
              <a:t>Laboratory 1: Does everyone have access to the GCP credits?</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Due Soon</a:t>
            </a:r>
            <a:endParaRPr/>
          </a:p>
          <a:p>
            <a:pPr indent="-317500" lvl="1" marL="914400" rtl="0" algn="l">
              <a:lnSpc>
                <a:spcPct val="115000"/>
              </a:lnSpc>
              <a:spcBef>
                <a:spcPts val="0"/>
              </a:spcBef>
              <a:spcAft>
                <a:spcPts val="0"/>
              </a:spcAft>
              <a:buSzPts val="1400"/>
              <a:buChar char="○"/>
            </a:pPr>
            <a:r>
              <a:rPr lang="en"/>
              <a:t>Reading Group Sign-Up - </a:t>
            </a:r>
            <a:r>
              <a:rPr lang="en" u="sng">
                <a:solidFill>
                  <a:schemeClr val="hlink"/>
                </a:solidFill>
                <a:hlinkClick r:id="rId3"/>
              </a:rPr>
              <a:t>Access Here</a:t>
            </a:r>
            <a:r>
              <a:rPr lang="en"/>
              <a:t> (Please by EOW)</a:t>
            </a:r>
            <a:endParaRPr/>
          </a:p>
          <a:p>
            <a:pPr indent="-317500" lvl="1" marL="914400" rtl="0" algn="l">
              <a:lnSpc>
                <a:spcPct val="115000"/>
              </a:lnSpc>
              <a:spcBef>
                <a:spcPts val="0"/>
              </a:spcBef>
              <a:spcAft>
                <a:spcPts val="0"/>
              </a:spcAft>
              <a:buSzPts val="1400"/>
              <a:buChar char="○"/>
            </a:pPr>
            <a:r>
              <a:rPr b="1" i="1" lang="en"/>
              <a:t>Next week is the first reading group</a:t>
            </a:r>
            <a:endParaRPr b="1" i="1"/>
          </a:p>
          <a:p>
            <a:pPr indent="-317500" lvl="1" marL="914400" rtl="0" algn="l">
              <a:lnSpc>
                <a:spcPct val="115000"/>
              </a:lnSpc>
              <a:spcBef>
                <a:spcPts val="0"/>
              </a:spcBef>
              <a:spcAft>
                <a:spcPts val="0"/>
              </a:spcAft>
              <a:buSzPts val="1400"/>
              <a:buChar char="○"/>
            </a:pPr>
            <a:r>
              <a:rPr lang="en"/>
              <a:t>Homework 2 is </a:t>
            </a:r>
            <a:r>
              <a:rPr b="1" i="1" lang="en"/>
              <a:t>very difficult</a:t>
            </a:r>
            <a:r>
              <a:rPr lang="en"/>
              <a:t>. Please start early</a:t>
            </a:r>
            <a:endParaRPr/>
          </a:p>
          <a:p>
            <a:pPr indent="-317500" lvl="1" marL="914400" rtl="0" algn="l">
              <a:lnSpc>
                <a:spcPct val="115000"/>
              </a:lnSpc>
              <a:spcBef>
                <a:spcPts val="0"/>
              </a:spcBef>
              <a:spcAft>
                <a:spcPts val="0"/>
              </a:spcAft>
              <a:buSzPts val="1400"/>
              <a:buChar char="○"/>
            </a:pPr>
            <a:r>
              <a:rPr lang="en"/>
              <a:t>Project Groups and Sign-Ups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7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Administrivia - Course Resources</a:t>
            </a:r>
            <a:endParaRPr/>
          </a:p>
        </p:txBody>
      </p:sp>
      <p:sp>
        <p:nvSpPr>
          <p:cNvPr id="364" name="Google Shape;364;p75"/>
          <p:cNvSpPr txBox="1"/>
          <p:nvPr>
            <p:ph idx="1" type="body"/>
          </p:nvPr>
        </p:nvSpPr>
        <p:spPr>
          <a:xfrm>
            <a:off x="278300" y="761400"/>
            <a:ext cx="8520600" cy="438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New Teams Channel: SPIE Applications of Machine Learning</a:t>
            </a:r>
            <a:endParaRPr/>
          </a:p>
          <a:p>
            <a:pPr indent="-342900" lvl="0" marL="457200" rtl="0" algn="l">
              <a:lnSpc>
                <a:spcPct val="115000"/>
              </a:lnSpc>
              <a:spcBef>
                <a:spcPts val="0"/>
              </a:spcBef>
              <a:spcAft>
                <a:spcPts val="0"/>
              </a:spcAft>
              <a:buSzPts val="1800"/>
              <a:buChar char="●"/>
            </a:pPr>
            <a:r>
              <a:rPr lang="en"/>
              <a:t>Please add your ideas to the channel</a:t>
            </a:r>
            <a:br>
              <a:rPr lang="en"/>
            </a:br>
            <a:endParaRPr/>
          </a:p>
          <a:p>
            <a:pPr indent="0" lvl="0" marL="0" rtl="0" algn="l">
              <a:lnSpc>
                <a:spcPct val="115000"/>
              </a:lnSpc>
              <a:spcBef>
                <a:spcPts val="0"/>
              </a:spcBef>
              <a:spcAft>
                <a:spcPts val="0"/>
              </a:spcAft>
              <a:buSzPts val="1800"/>
              <a:buNone/>
            </a:pPr>
            <a:r>
              <a:rPr lang="en"/>
              <a:t>Final 2 Sets of Recitations: Please Attend If Interested!</a:t>
            </a:r>
            <a:endParaRPr/>
          </a:p>
          <a:p>
            <a:pPr indent="-342900" lvl="0" marL="457200" rtl="0" algn="l">
              <a:lnSpc>
                <a:spcPct val="115000"/>
              </a:lnSpc>
              <a:spcBef>
                <a:spcPts val="0"/>
              </a:spcBef>
              <a:spcAft>
                <a:spcPts val="0"/>
              </a:spcAft>
              <a:buSzPts val="1800"/>
              <a:buChar char="●"/>
            </a:pPr>
            <a:r>
              <a:rPr lang="en"/>
              <a:t>Sessions Left</a:t>
            </a:r>
            <a:endParaRPr/>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a:p>
        </p:txBody>
      </p:sp>
      <p:graphicFrame>
        <p:nvGraphicFramePr>
          <p:cNvPr id="365" name="Google Shape;365;p75"/>
          <p:cNvGraphicFramePr/>
          <p:nvPr/>
        </p:nvGraphicFramePr>
        <p:xfrm>
          <a:off x="2519425" y="2540622"/>
          <a:ext cx="3000000" cy="3000000"/>
        </p:xfrm>
        <a:graphic>
          <a:graphicData uri="http://schemas.openxmlformats.org/drawingml/2006/table">
            <a:tbl>
              <a:tblPr>
                <a:noFill/>
                <a:tableStyleId>{AE0427E0-11CC-486F-B924-43A07F862133}</a:tableStyleId>
              </a:tblPr>
              <a:tblGrid>
                <a:gridCol w="607600"/>
                <a:gridCol w="2708800"/>
                <a:gridCol w="1316375"/>
                <a:gridCol w="1203750"/>
              </a:tblGrid>
              <a:tr h="182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t>Week</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t>Class Topic</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t>HW Due</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t>Recitation Topic</a:t>
                      </a:r>
                      <a:endParaRPr sz="1000" u="none" cap="none" strike="noStrike"/>
                    </a:p>
                  </a:txBody>
                  <a:tcPr marT="91425" marB="91425" marR="91425" marL="91425"/>
                </a:tc>
              </a:tr>
              <a:tr h="1821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1</a:t>
                      </a:r>
                      <a:endParaRPr b="1" sz="10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Introduction &amp; Applications of NLP</a:t>
                      </a:r>
                      <a:endParaRPr b="1" sz="10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Intro to Python</a:t>
                      </a:r>
                      <a:endParaRPr b="1" sz="1000" u="none" cap="none" strike="noStrike"/>
                    </a:p>
                  </a:txBody>
                  <a:tcPr marT="91425" marB="91425" marR="91425" marL="91425">
                    <a:solidFill>
                      <a:srgbClr val="F4CCCC"/>
                    </a:solidFill>
                  </a:tcPr>
                </a:tc>
              </a:tr>
              <a:tr h="1821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2</a:t>
                      </a:r>
                      <a:endParaRPr b="1" sz="1000" u="none" cap="none" strike="noStrike"/>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ML Foundations &amp; Software Engineering</a:t>
                      </a:r>
                      <a:endParaRPr b="1" sz="1000" u="none" cap="none" strike="noStrike"/>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Autocorrect</a:t>
                      </a:r>
                      <a:endParaRPr b="1" sz="1000" u="none" cap="none" strike="noStrike"/>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Linear Algebra</a:t>
                      </a:r>
                      <a:endParaRPr b="1" sz="1000" u="none" cap="none" strike="noStrike"/>
                    </a:p>
                  </a:txBody>
                  <a:tcPr marT="91425" marB="91425" marR="91425" marL="91425">
                    <a:solidFill>
                      <a:srgbClr val="FFF2CC"/>
                    </a:solidFill>
                  </a:tcPr>
                </a:tc>
              </a:tr>
              <a:tr h="1821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3</a:t>
                      </a:r>
                      <a:endParaRPr b="1" sz="10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Language Classification</a:t>
                      </a:r>
                      <a:endParaRPr b="1" sz="10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Multivariate Calc</a:t>
                      </a:r>
                      <a:endParaRPr b="1" sz="1000" u="none" cap="none" strike="noStrike"/>
                    </a:p>
                  </a:txBody>
                  <a:tcPr marT="91425" marB="91425" marR="91425" marL="91425">
                    <a:solidFill>
                      <a:srgbClr val="D9EAD3"/>
                    </a:solidFill>
                  </a:tcPr>
                </a:tc>
              </a:tr>
              <a:tr h="2649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4</a:t>
                      </a:r>
                      <a:endParaRPr b="1" sz="10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Text Processing Algorithms</a:t>
                      </a:r>
                      <a:endParaRPr b="1" sz="10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Text Classification</a:t>
                      </a:r>
                      <a:endParaRPr b="1" sz="10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Intro: TF / Keras</a:t>
                      </a:r>
                      <a:endParaRPr b="1" sz="1000" u="none" cap="none" strike="noStrike"/>
                    </a:p>
                  </a:txBody>
                  <a:tcPr marT="91425" marB="91425" marR="91425" marL="91425">
                    <a:solidFill>
                      <a:srgbClr val="D9EAD3"/>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Administrivia - Today’s Agenda</a:t>
            </a:r>
            <a:endParaRPr/>
          </a:p>
        </p:txBody>
      </p:sp>
      <p:sp>
        <p:nvSpPr>
          <p:cNvPr id="371" name="Google Shape;371;p76"/>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 Crash Course in Machine Learning - Soup to Nuts</a:t>
            </a:r>
            <a:br>
              <a:rPr lang="en"/>
            </a:br>
            <a:endParaRPr/>
          </a:p>
          <a:p>
            <a:pPr indent="-342900" lvl="0" marL="457200" rtl="0" algn="l">
              <a:lnSpc>
                <a:spcPct val="115000"/>
              </a:lnSpc>
              <a:spcBef>
                <a:spcPts val="0"/>
              </a:spcBef>
              <a:spcAft>
                <a:spcPts val="0"/>
              </a:spcAft>
              <a:buSzPts val="1800"/>
              <a:buChar char="●"/>
            </a:pPr>
            <a:r>
              <a:rPr lang="en"/>
              <a:t>Reviewing Logistic Regression: Python code and derivations</a:t>
            </a:r>
            <a:br>
              <a:rPr lang="en"/>
            </a:br>
            <a:endParaRPr/>
          </a:p>
          <a:p>
            <a:pPr indent="-342900" lvl="0" marL="457200" rtl="0" algn="l">
              <a:lnSpc>
                <a:spcPct val="115000"/>
              </a:lnSpc>
              <a:spcBef>
                <a:spcPts val="0"/>
              </a:spcBef>
              <a:spcAft>
                <a:spcPts val="0"/>
              </a:spcAft>
              <a:buSzPts val="1800"/>
              <a:buChar char="●"/>
            </a:pPr>
            <a:r>
              <a:rPr lang="en"/>
              <a:t>This week will overlap a bit </a:t>
            </a:r>
            <a:r>
              <a:rPr lang="en"/>
              <a:t>with</a:t>
            </a:r>
            <a:r>
              <a:rPr lang="en"/>
              <a:t> next week</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77"/>
          <p:cNvSpPr txBox="1"/>
          <p:nvPr>
            <p:ph idx="1" type="body"/>
          </p:nvPr>
        </p:nvSpPr>
        <p:spPr>
          <a:xfrm>
            <a:off x="325900" y="1332050"/>
            <a:ext cx="5998800" cy="2626500"/>
          </a:xfrm>
          <a:prstGeom prst="rect">
            <a:avLst/>
          </a:prstGeom>
          <a:noFill/>
          <a:ln>
            <a:noFill/>
          </a:ln>
        </p:spPr>
        <p:txBody>
          <a:bodyPr anchorCtr="0" anchor="ctr" bIns="91425" lIns="91425" spcFirstLastPara="1" rIns="91425" wrap="square" tIns="91425">
            <a:normAutofit fontScale="92500" lnSpcReduction="20000"/>
          </a:bodyPr>
          <a:lstStyle/>
          <a:p>
            <a:pPr indent="0" lvl="0" marL="0" rtl="0" algn="l">
              <a:lnSpc>
                <a:spcPct val="100000"/>
              </a:lnSpc>
              <a:spcBef>
                <a:spcPts val="0"/>
              </a:spcBef>
              <a:spcAft>
                <a:spcPts val="0"/>
              </a:spcAft>
              <a:buSzPct val="100000"/>
              <a:buNone/>
            </a:pPr>
            <a:r>
              <a:rPr b="1" lang="en"/>
              <a:t>Natural Language Processing</a:t>
            </a:r>
            <a:br>
              <a:rPr lang="en"/>
            </a:br>
            <a:endParaRPr/>
          </a:p>
          <a:p>
            <a:pPr indent="0" lvl="0" marL="0" rtl="0" algn="l">
              <a:lnSpc>
                <a:spcPct val="100000"/>
              </a:lnSpc>
              <a:spcBef>
                <a:spcPts val="0"/>
              </a:spcBef>
              <a:spcAft>
                <a:spcPts val="0"/>
              </a:spcAft>
              <a:buSzPct val="100000"/>
              <a:buNone/>
            </a:pPr>
            <a:r>
              <a:rPr lang="en"/>
              <a:t>Section 0: Administrative</a:t>
            </a:r>
            <a:endParaRPr/>
          </a:p>
          <a:p>
            <a:pPr indent="-334327" lvl="0" marL="457200" rtl="0" algn="l">
              <a:lnSpc>
                <a:spcPct val="100000"/>
              </a:lnSpc>
              <a:spcBef>
                <a:spcPts val="0"/>
              </a:spcBef>
              <a:spcAft>
                <a:spcPts val="0"/>
              </a:spcAft>
              <a:buSzPct val="100000"/>
              <a:buChar char="●"/>
            </a:pPr>
            <a:r>
              <a:rPr lang="en"/>
              <a:t>Projects and Process</a:t>
            </a:r>
            <a:endParaRPr/>
          </a:p>
          <a:p>
            <a:pPr indent="0" lvl="0" marL="0" rtl="0" algn="l">
              <a:lnSpc>
                <a:spcPct val="100000"/>
              </a:lnSpc>
              <a:spcBef>
                <a:spcPts val="0"/>
              </a:spcBef>
              <a:spcAft>
                <a:spcPts val="0"/>
              </a:spcAft>
              <a:buSzPct val="100000"/>
              <a:buNone/>
            </a:pPr>
            <a:r>
              <a:rPr lang="en"/>
              <a:t>Section 1: Software Engineering</a:t>
            </a:r>
            <a:endParaRPr/>
          </a:p>
          <a:p>
            <a:pPr indent="-334327" lvl="0" marL="457200" rtl="0" algn="l">
              <a:lnSpc>
                <a:spcPct val="100000"/>
              </a:lnSpc>
              <a:spcBef>
                <a:spcPts val="0"/>
              </a:spcBef>
              <a:spcAft>
                <a:spcPts val="0"/>
              </a:spcAft>
              <a:buSzPct val="100000"/>
              <a:buChar char="●"/>
            </a:pPr>
            <a:r>
              <a:rPr lang="en"/>
              <a:t>Docker and deployment</a:t>
            </a:r>
            <a:endParaRPr/>
          </a:p>
          <a:p>
            <a:pPr indent="-334327" lvl="0" marL="457200" rtl="0" algn="l">
              <a:lnSpc>
                <a:spcPct val="100000"/>
              </a:lnSpc>
              <a:spcBef>
                <a:spcPts val="0"/>
              </a:spcBef>
              <a:spcAft>
                <a:spcPts val="0"/>
              </a:spcAft>
              <a:buSzPct val="100000"/>
              <a:buChar char="●"/>
            </a:pPr>
            <a:r>
              <a:rPr lang="en"/>
              <a:t>Google Cloud Platform (GCP)</a:t>
            </a:r>
            <a:endParaRPr/>
          </a:p>
          <a:p>
            <a:pPr indent="-334327" lvl="0" marL="457200" rtl="0" algn="l">
              <a:lnSpc>
                <a:spcPct val="100000"/>
              </a:lnSpc>
              <a:spcBef>
                <a:spcPts val="0"/>
              </a:spcBef>
              <a:spcAft>
                <a:spcPts val="0"/>
              </a:spcAft>
              <a:buSzPct val="100000"/>
              <a:buChar char="●"/>
            </a:pPr>
            <a:r>
              <a:rPr lang="en"/>
              <a:t>Python and DNN toolboxes</a:t>
            </a:r>
            <a:endParaRPr/>
          </a:p>
          <a:p>
            <a:pPr indent="0" lvl="0" marL="0" rtl="0" algn="l">
              <a:lnSpc>
                <a:spcPct val="100000"/>
              </a:lnSpc>
              <a:spcBef>
                <a:spcPts val="0"/>
              </a:spcBef>
              <a:spcAft>
                <a:spcPts val="0"/>
              </a:spcAft>
              <a:buSzPct val="100000"/>
              <a:buNone/>
            </a:pPr>
            <a:r>
              <a:rPr lang="en"/>
              <a:t>Section 2: Machine Learning</a:t>
            </a:r>
            <a:endParaRPr/>
          </a:p>
          <a:p>
            <a:pPr indent="-334327" lvl="0" marL="457200" rtl="0" algn="l">
              <a:lnSpc>
                <a:spcPct val="100000"/>
              </a:lnSpc>
              <a:spcBef>
                <a:spcPts val="0"/>
              </a:spcBef>
              <a:spcAft>
                <a:spcPts val="0"/>
              </a:spcAft>
              <a:buSzPct val="100000"/>
              <a:buChar char="●"/>
            </a:pPr>
            <a:r>
              <a:rPr lang="en"/>
              <a:t>Linear algebra</a:t>
            </a:r>
            <a:endParaRPr/>
          </a:p>
          <a:p>
            <a:pPr indent="-334327" lvl="0" marL="457200" rtl="0" algn="l">
              <a:lnSpc>
                <a:spcPct val="100000"/>
              </a:lnSpc>
              <a:spcBef>
                <a:spcPts val="0"/>
              </a:spcBef>
              <a:spcAft>
                <a:spcPts val="0"/>
              </a:spcAft>
              <a:buSzPct val="100000"/>
              <a:buChar char="●"/>
            </a:pPr>
            <a:r>
              <a:rPr lang="en"/>
              <a:t>Multivariate calculus and the chain rule</a:t>
            </a:r>
            <a:endParaRPr/>
          </a:p>
          <a:p>
            <a:pPr indent="-334327" lvl="0" marL="457200" rtl="0" algn="l">
              <a:lnSpc>
                <a:spcPct val="100000"/>
              </a:lnSpc>
              <a:spcBef>
                <a:spcPts val="0"/>
              </a:spcBef>
              <a:spcAft>
                <a:spcPts val="0"/>
              </a:spcAft>
              <a:buSzPct val="100000"/>
              <a:buChar char="●"/>
            </a:pPr>
            <a:r>
              <a:rPr lang="en"/>
              <a:t>Gradient descent &amp; backpropagation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7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Section 1: Some Basic Software Engineering</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382" name="Google Shape;382;p78"/>
          <p:cNvSpPr/>
          <p:nvPr/>
        </p:nvSpPr>
        <p:spPr>
          <a:xfrm>
            <a:off x="125" y="518950"/>
            <a:ext cx="9144000" cy="4624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78"/>
          <p:cNvSpPr txBox="1"/>
          <p:nvPr>
            <p:ph idx="1" type="body"/>
          </p:nvPr>
        </p:nvSpPr>
        <p:spPr>
          <a:xfrm>
            <a:off x="1328525" y="1370050"/>
            <a:ext cx="6071700" cy="2553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Docker and deployment</a:t>
            </a:r>
            <a:br>
              <a:rPr lang="en"/>
            </a:br>
            <a:endParaRPr/>
          </a:p>
          <a:p>
            <a:pPr indent="-342900" lvl="0" marL="457200" rtl="0" algn="l">
              <a:lnSpc>
                <a:spcPct val="115000"/>
              </a:lnSpc>
              <a:spcBef>
                <a:spcPts val="0"/>
              </a:spcBef>
              <a:spcAft>
                <a:spcPts val="0"/>
              </a:spcAft>
              <a:buSzPts val="1800"/>
              <a:buChar char="●"/>
            </a:pPr>
            <a:r>
              <a:rPr lang="en"/>
              <a:t>Python Environments &amp; the Cloud</a:t>
            </a:r>
            <a:br>
              <a:rPr lang="en"/>
            </a:br>
            <a:endParaRPr/>
          </a:p>
          <a:p>
            <a:pPr indent="-342900" lvl="0" marL="457200" rtl="0" algn="l">
              <a:lnSpc>
                <a:spcPct val="115000"/>
              </a:lnSpc>
              <a:spcBef>
                <a:spcPts val="0"/>
              </a:spcBef>
              <a:spcAft>
                <a:spcPts val="0"/>
              </a:spcAft>
              <a:buSzPts val="1800"/>
              <a:buChar char="●"/>
            </a:pPr>
            <a:r>
              <a:rPr lang="en"/>
              <a:t>Deep Neural Network Toolboxes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7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Docker Containers</a:t>
            </a:r>
            <a:endParaRPr/>
          </a:p>
        </p:txBody>
      </p:sp>
      <p:sp>
        <p:nvSpPr>
          <p:cNvPr id="389" name="Google Shape;389;p79"/>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What is Docker?</a:t>
            </a:r>
            <a:endParaRPr/>
          </a:p>
        </p:txBody>
      </p:sp>
      <p:pic>
        <p:nvPicPr>
          <p:cNvPr id="390" name="Google Shape;390;p79"/>
          <p:cNvPicPr preferRelativeResize="0"/>
          <p:nvPr/>
        </p:nvPicPr>
        <p:blipFill rotWithShape="1">
          <a:blip r:embed="rId3">
            <a:alphaModFix/>
          </a:blip>
          <a:srcRect b="0" l="0" r="0" t="0"/>
          <a:stretch/>
        </p:blipFill>
        <p:spPr>
          <a:xfrm>
            <a:off x="6260438" y="1843375"/>
            <a:ext cx="1967026" cy="1531517"/>
          </a:xfrm>
          <a:prstGeom prst="rect">
            <a:avLst/>
          </a:prstGeom>
          <a:noFill/>
          <a:ln>
            <a:noFill/>
          </a:ln>
        </p:spPr>
      </p:pic>
      <p:pic>
        <p:nvPicPr>
          <p:cNvPr id="391" name="Google Shape;391;p79"/>
          <p:cNvPicPr preferRelativeResize="0"/>
          <p:nvPr/>
        </p:nvPicPr>
        <p:blipFill rotWithShape="1">
          <a:blip r:embed="rId4">
            <a:alphaModFix/>
          </a:blip>
          <a:srcRect b="0" l="0" r="0" t="0"/>
          <a:stretch/>
        </p:blipFill>
        <p:spPr>
          <a:xfrm>
            <a:off x="916537" y="1512700"/>
            <a:ext cx="4841825" cy="29212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8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Why learn about Docker?</a:t>
            </a:r>
            <a:endParaRPr/>
          </a:p>
        </p:txBody>
      </p:sp>
      <p:sp>
        <p:nvSpPr>
          <p:cNvPr id="397" name="Google Shape;397;p80"/>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Portability. Docker makes it easy to move applications between different environments, such as from a developer's laptop to a production server, without having to worry about compatibility issues. It's always easy to pass a single Docker image than multiple executable files, JAR files, etc.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8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Dockerfiles, Images, and Containers</a:t>
            </a:r>
            <a:endParaRPr/>
          </a:p>
        </p:txBody>
      </p:sp>
      <p:pic>
        <p:nvPicPr>
          <p:cNvPr id="403" name="Google Shape;403;p81"/>
          <p:cNvPicPr preferRelativeResize="0"/>
          <p:nvPr/>
        </p:nvPicPr>
        <p:blipFill rotWithShape="1">
          <a:blip r:embed="rId3">
            <a:alphaModFix/>
          </a:blip>
          <a:srcRect b="0" l="0" r="0" t="0"/>
          <a:stretch/>
        </p:blipFill>
        <p:spPr>
          <a:xfrm>
            <a:off x="1159046" y="882338"/>
            <a:ext cx="6825900" cy="3378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8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can I use Docker for?</a:t>
            </a:r>
            <a:endParaRPr/>
          </a:p>
        </p:txBody>
      </p:sp>
      <p:sp>
        <p:nvSpPr>
          <p:cNvPr id="409" name="Google Shape;409;p82"/>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u="sng">
                <a:solidFill>
                  <a:schemeClr val="hlink"/>
                </a:solidFill>
                <a:hlinkClick r:id="rId3"/>
              </a:rPr>
              <a:t>Fast, consistent delivery of your applications</a:t>
            </a:r>
            <a:endParaRPr/>
          </a:p>
          <a:p>
            <a:pPr indent="-317500" lvl="1" marL="914400" rtl="0" algn="l">
              <a:lnSpc>
                <a:spcPct val="115000"/>
              </a:lnSpc>
              <a:spcBef>
                <a:spcPts val="0"/>
              </a:spcBef>
              <a:spcAft>
                <a:spcPts val="0"/>
              </a:spcAft>
              <a:buSzPts val="1400"/>
              <a:buChar char="○"/>
            </a:pPr>
            <a:r>
              <a:rPr lang="en"/>
              <a:t>Pass to the customer executable environment</a:t>
            </a:r>
            <a:endParaRPr/>
          </a:p>
          <a:p>
            <a:pPr indent="-342900" lvl="0" marL="457200" rtl="0" algn="l">
              <a:lnSpc>
                <a:spcPct val="115000"/>
              </a:lnSpc>
              <a:spcBef>
                <a:spcPts val="0"/>
              </a:spcBef>
              <a:spcAft>
                <a:spcPts val="0"/>
              </a:spcAft>
              <a:buSzPts val="1800"/>
              <a:buChar char="●"/>
            </a:pPr>
            <a:r>
              <a:rPr lang="en" u="sng">
                <a:solidFill>
                  <a:schemeClr val="hlink"/>
                </a:solidFill>
                <a:hlinkClick r:id="rId4"/>
              </a:rPr>
              <a:t>Deployment and scaling</a:t>
            </a:r>
            <a:endParaRPr/>
          </a:p>
          <a:p>
            <a:pPr indent="-317500" lvl="1" marL="914400" rtl="0" algn="l">
              <a:lnSpc>
                <a:spcPct val="115000"/>
              </a:lnSpc>
              <a:spcBef>
                <a:spcPts val="0"/>
              </a:spcBef>
              <a:spcAft>
                <a:spcPts val="0"/>
              </a:spcAft>
              <a:buSzPts val="1400"/>
              <a:buChar char="○"/>
            </a:pPr>
            <a:r>
              <a:rPr lang="en"/>
              <a:t>Enclosed environment passed to all cluster machines</a:t>
            </a:r>
            <a:endParaRPr/>
          </a:p>
          <a:p>
            <a:pPr indent="-342900" lvl="0" marL="457200" rtl="0" algn="l">
              <a:lnSpc>
                <a:spcPct val="115000"/>
              </a:lnSpc>
              <a:spcBef>
                <a:spcPts val="0"/>
              </a:spcBef>
              <a:spcAft>
                <a:spcPts val="0"/>
              </a:spcAft>
              <a:buSzPts val="1800"/>
              <a:buChar char="●"/>
            </a:pPr>
            <a:r>
              <a:rPr lang="en" u="sng">
                <a:solidFill>
                  <a:schemeClr val="hlink"/>
                </a:solidFill>
                <a:hlinkClick r:id="rId5"/>
              </a:rPr>
              <a:t>Running more workloads on the same hardware</a:t>
            </a:r>
            <a:endParaRPr/>
          </a:p>
          <a:p>
            <a:pPr indent="-317500" lvl="1" marL="914400" rtl="0" algn="l">
              <a:lnSpc>
                <a:spcPct val="115000"/>
              </a:lnSpc>
              <a:spcBef>
                <a:spcPts val="0"/>
              </a:spcBef>
              <a:spcAft>
                <a:spcPts val="0"/>
              </a:spcAft>
              <a:buSzPts val="1400"/>
              <a:buChar char="○"/>
            </a:pPr>
            <a:r>
              <a:rPr lang="en"/>
              <a:t>Docker is lightweight and fast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8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Docker Architecture</a:t>
            </a:r>
            <a:endParaRPr/>
          </a:p>
        </p:txBody>
      </p:sp>
      <p:pic>
        <p:nvPicPr>
          <p:cNvPr id="415" name="Google Shape;415;p83"/>
          <p:cNvPicPr preferRelativeResize="0"/>
          <p:nvPr/>
        </p:nvPicPr>
        <p:blipFill rotWithShape="1">
          <a:blip r:embed="rId3">
            <a:alphaModFix/>
          </a:blip>
          <a:srcRect b="0" l="0" r="0" t="0"/>
          <a:stretch/>
        </p:blipFill>
        <p:spPr>
          <a:xfrm>
            <a:off x="178850" y="504500"/>
            <a:ext cx="8786299" cy="4639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8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Docker vs Virtual Machines</a:t>
            </a:r>
            <a:endParaRPr/>
          </a:p>
        </p:txBody>
      </p:sp>
      <p:pic>
        <p:nvPicPr>
          <p:cNvPr id="421" name="Google Shape;421;p84"/>
          <p:cNvPicPr preferRelativeResize="0"/>
          <p:nvPr/>
        </p:nvPicPr>
        <p:blipFill rotWithShape="1">
          <a:blip r:embed="rId3">
            <a:alphaModFix/>
          </a:blip>
          <a:srcRect b="0" l="0" r="0" t="0"/>
          <a:stretch/>
        </p:blipFill>
        <p:spPr>
          <a:xfrm>
            <a:off x="103438" y="539927"/>
            <a:ext cx="8937120" cy="4617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8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Under the Hood</a:t>
            </a:r>
            <a:endParaRPr/>
          </a:p>
        </p:txBody>
      </p:sp>
      <p:pic>
        <p:nvPicPr>
          <p:cNvPr id="427" name="Google Shape;427;p85"/>
          <p:cNvPicPr preferRelativeResize="0"/>
          <p:nvPr/>
        </p:nvPicPr>
        <p:blipFill rotWithShape="1">
          <a:blip r:embed="rId3">
            <a:alphaModFix/>
          </a:blip>
          <a:srcRect b="0" l="0" r="0" t="0"/>
          <a:stretch/>
        </p:blipFill>
        <p:spPr>
          <a:xfrm>
            <a:off x="157412" y="1043050"/>
            <a:ext cx="8829174" cy="3617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8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Useful Docker Commands</a:t>
            </a:r>
            <a:endParaRPr/>
          </a:p>
        </p:txBody>
      </p:sp>
      <p:sp>
        <p:nvSpPr>
          <p:cNvPr id="433" name="Google Shape;433;p86"/>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600">
                <a:solidFill>
                  <a:srgbClr val="000000"/>
                </a:solidFill>
                <a:latin typeface="Courier New"/>
                <a:ea typeface="Courier New"/>
                <a:cs typeface="Courier New"/>
                <a:sym typeface="Courier New"/>
              </a:rPr>
              <a:t># Comment</a:t>
            </a:r>
            <a:endParaRPr sz="16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000000"/>
                </a:solidFill>
                <a:latin typeface="Courier New"/>
                <a:ea typeface="Courier New"/>
                <a:cs typeface="Courier New"/>
                <a:sym typeface="Courier New"/>
              </a:rPr>
              <a:t>docker build -t &lt;docker_image&gt; &lt;dir&gt;</a:t>
            </a:r>
            <a:endParaRPr sz="1600">
              <a:solidFill>
                <a:srgbClr val="000000"/>
              </a:solidFill>
              <a:latin typeface="Courier New"/>
              <a:ea typeface="Courier New"/>
              <a:cs typeface="Courier New"/>
              <a:sym typeface="Courier New"/>
            </a:endParaRPr>
          </a:p>
          <a:p>
            <a:pPr indent="-330200" lvl="0" marL="457200" rtl="0" algn="l">
              <a:lnSpc>
                <a:spcPct val="100000"/>
              </a:lnSpc>
              <a:spcBef>
                <a:spcPts val="0"/>
              </a:spcBef>
              <a:spcAft>
                <a:spcPts val="0"/>
              </a:spcAft>
              <a:buClr>
                <a:srgbClr val="000000"/>
              </a:buClr>
              <a:buSzPts val="1600"/>
              <a:buFont typeface="Courier New"/>
              <a:buChar char="●"/>
            </a:pPr>
            <a:r>
              <a:rPr lang="en" sz="1600">
                <a:solidFill>
                  <a:srgbClr val="000000"/>
                </a:solidFill>
                <a:latin typeface="Courier New"/>
                <a:ea typeface="Courier New"/>
                <a:cs typeface="Courier New"/>
                <a:sym typeface="Courier New"/>
              </a:rPr>
              <a:t>-t tag your image name</a:t>
            </a:r>
            <a:br>
              <a:rPr lang="en" sz="1600">
                <a:solidFill>
                  <a:srgbClr val="000000"/>
                </a:solidFill>
                <a:latin typeface="Courier New"/>
                <a:ea typeface="Courier New"/>
                <a:cs typeface="Courier New"/>
                <a:sym typeface="Courier New"/>
              </a:rPr>
            </a:br>
            <a:endParaRPr sz="16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000000"/>
                </a:solidFill>
                <a:latin typeface="Courier New"/>
                <a:ea typeface="Courier New"/>
                <a:cs typeface="Courier New"/>
                <a:sym typeface="Courier New"/>
              </a:rPr>
              <a:t>docker run --rm -v &lt;&gt;:&lt;&gt; -p &lt;&gt;:&lt;&gt; -it &lt;docker_image&gt; &lt;command&gt;</a:t>
            </a:r>
            <a:endParaRPr sz="1600">
              <a:solidFill>
                <a:srgbClr val="000000"/>
              </a:solidFill>
              <a:latin typeface="Courier New"/>
              <a:ea typeface="Courier New"/>
              <a:cs typeface="Courier New"/>
              <a:sym typeface="Courier New"/>
            </a:endParaRPr>
          </a:p>
          <a:p>
            <a:pPr indent="-330200" lvl="0" marL="457200" rtl="0" algn="l">
              <a:lnSpc>
                <a:spcPct val="100000"/>
              </a:lnSpc>
              <a:spcBef>
                <a:spcPts val="0"/>
              </a:spcBef>
              <a:spcAft>
                <a:spcPts val="0"/>
              </a:spcAft>
              <a:buClr>
                <a:srgbClr val="000000"/>
              </a:buClr>
              <a:buSzPts val="1600"/>
              <a:buFont typeface="Courier New"/>
              <a:buChar char="●"/>
            </a:pPr>
            <a:r>
              <a:rPr lang="en" sz="1600">
                <a:solidFill>
                  <a:srgbClr val="000000"/>
                </a:solidFill>
                <a:latin typeface="Courier New"/>
                <a:ea typeface="Courier New"/>
                <a:cs typeface="Courier New"/>
                <a:sym typeface="Courier New"/>
              </a:rPr>
              <a:t>--rm remove image after running</a:t>
            </a:r>
            <a:endParaRPr sz="1600">
              <a:solidFill>
                <a:srgbClr val="000000"/>
              </a:solidFill>
              <a:latin typeface="Courier New"/>
              <a:ea typeface="Courier New"/>
              <a:cs typeface="Courier New"/>
              <a:sym typeface="Courier New"/>
            </a:endParaRPr>
          </a:p>
          <a:p>
            <a:pPr indent="-330200" lvl="0" marL="457200" rtl="0" algn="l">
              <a:lnSpc>
                <a:spcPct val="100000"/>
              </a:lnSpc>
              <a:spcBef>
                <a:spcPts val="0"/>
              </a:spcBef>
              <a:spcAft>
                <a:spcPts val="0"/>
              </a:spcAft>
              <a:buClr>
                <a:srgbClr val="000000"/>
              </a:buClr>
              <a:buSzPts val="1600"/>
              <a:buFont typeface="Courier New"/>
              <a:buChar char="●"/>
            </a:pPr>
            <a:r>
              <a:rPr lang="en" sz="1600">
                <a:solidFill>
                  <a:srgbClr val="000000"/>
                </a:solidFill>
                <a:latin typeface="Courier New"/>
                <a:ea typeface="Courier New"/>
                <a:cs typeface="Courier New"/>
                <a:sym typeface="Courier New"/>
              </a:rPr>
              <a:t>-v mount a folder to make available to your container</a:t>
            </a:r>
            <a:endParaRPr sz="1600">
              <a:solidFill>
                <a:srgbClr val="000000"/>
              </a:solidFill>
              <a:latin typeface="Courier New"/>
              <a:ea typeface="Courier New"/>
              <a:cs typeface="Courier New"/>
              <a:sym typeface="Courier New"/>
            </a:endParaRPr>
          </a:p>
          <a:p>
            <a:pPr indent="-330200" lvl="0" marL="457200" rtl="0" algn="l">
              <a:lnSpc>
                <a:spcPct val="100000"/>
              </a:lnSpc>
              <a:spcBef>
                <a:spcPts val="0"/>
              </a:spcBef>
              <a:spcAft>
                <a:spcPts val="0"/>
              </a:spcAft>
              <a:buClr>
                <a:srgbClr val="000000"/>
              </a:buClr>
              <a:buSzPts val="1600"/>
              <a:buFont typeface="Courier New"/>
              <a:buChar char="●"/>
            </a:pPr>
            <a:r>
              <a:rPr lang="en" sz="1600">
                <a:solidFill>
                  <a:srgbClr val="000000"/>
                </a:solidFill>
                <a:latin typeface="Courier New"/>
                <a:ea typeface="Courier New"/>
                <a:cs typeface="Courier New"/>
                <a:sym typeface="Courier New"/>
              </a:rPr>
              <a:t>-p expose a port</a:t>
            </a:r>
            <a:br>
              <a:rPr lang="en" sz="1600">
                <a:solidFill>
                  <a:srgbClr val="000000"/>
                </a:solidFill>
                <a:latin typeface="Courier New"/>
                <a:ea typeface="Courier New"/>
                <a:cs typeface="Courier New"/>
                <a:sym typeface="Courier New"/>
              </a:rPr>
            </a:br>
            <a:endParaRPr sz="16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000000"/>
                </a:solidFill>
                <a:latin typeface="Courier New"/>
                <a:ea typeface="Courier New"/>
                <a:cs typeface="Courier New"/>
                <a:sym typeface="Courier New"/>
              </a:rPr>
              <a:t>docker exec -it &lt;docker_container&gt; &lt;command&gt;</a:t>
            </a:r>
            <a:endParaRPr sz="1600">
              <a:solidFill>
                <a:srgbClr val="000000"/>
              </a:solidFill>
              <a:latin typeface="Courier New"/>
              <a:ea typeface="Courier New"/>
              <a:cs typeface="Courier New"/>
              <a:sym typeface="Courier New"/>
            </a:endParaRPr>
          </a:p>
          <a:p>
            <a:pPr indent="-330200" lvl="0" marL="457200" rtl="0" algn="l">
              <a:lnSpc>
                <a:spcPct val="100000"/>
              </a:lnSpc>
              <a:spcBef>
                <a:spcPts val="0"/>
              </a:spcBef>
              <a:spcAft>
                <a:spcPts val="0"/>
              </a:spcAft>
              <a:buClr>
                <a:srgbClr val="000000"/>
              </a:buClr>
              <a:buSzPts val="1600"/>
              <a:buFont typeface="Courier New"/>
              <a:buChar char="●"/>
            </a:pPr>
            <a:r>
              <a:rPr lang="en" sz="1600">
                <a:solidFill>
                  <a:srgbClr val="000000"/>
                </a:solidFill>
                <a:latin typeface="Courier New"/>
                <a:ea typeface="Courier New"/>
                <a:cs typeface="Courier New"/>
                <a:sym typeface="Courier New"/>
              </a:rPr>
              <a:t>-i interactive mode</a:t>
            </a:r>
            <a:endParaRPr sz="1600">
              <a:solidFill>
                <a:srgbClr val="000000"/>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8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Your Second Lab: Docker</a:t>
            </a:r>
            <a:endParaRPr/>
          </a:p>
        </p:txBody>
      </p:sp>
      <p:sp>
        <p:nvSpPr>
          <p:cNvPr id="439" name="Google Shape;439;p87"/>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u="sng">
                <a:solidFill>
                  <a:schemeClr val="hlink"/>
                </a:solidFill>
                <a:hlinkClick r:id="rId3"/>
              </a:rPr>
              <a:t>Using the instructions here</a:t>
            </a:r>
            <a:br>
              <a:rPr lang="en"/>
            </a:br>
            <a:endParaRPr/>
          </a:p>
          <a:p>
            <a:pPr indent="-317500" lvl="1" marL="914400" rtl="0" algn="l">
              <a:lnSpc>
                <a:spcPct val="115000"/>
              </a:lnSpc>
              <a:spcBef>
                <a:spcPts val="0"/>
              </a:spcBef>
              <a:spcAft>
                <a:spcPts val="0"/>
              </a:spcAft>
              <a:buSzPts val="1400"/>
              <a:buChar char="○"/>
            </a:pPr>
            <a:r>
              <a:rPr lang="en"/>
              <a:t>Install Docker</a:t>
            </a:r>
            <a:endParaRPr/>
          </a:p>
          <a:p>
            <a:pPr indent="-317500" lvl="1" marL="914400" rtl="0" algn="l">
              <a:lnSpc>
                <a:spcPct val="115000"/>
              </a:lnSpc>
              <a:spcBef>
                <a:spcPts val="0"/>
              </a:spcBef>
              <a:spcAft>
                <a:spcPts val="0"/>
              </a:spcAft>
              <a:buSzPts val="1400"/>
              <a:buChar char="○"/>
            </a:pPr>
            <a:r>
              <a:rPr lang="en"/>
              <a:t>Create a Dockerfile</a:t>
            </a:r>
            <a:endParaRPr/>
          </a:p>
          <a:p>
            <a:pPr indent="-317500" lvl="1" marL="914400" rtl="0" algn="l">
              <a:lnSpc>
                <a:spcPct val="115000"/>
              </a:lnSpc>
              <a:spcBef>
                <a:spcPts val="0"/>
              </a:spcBef>
              <a:spcAft>
                <a:spcPts val="0"/>
              </a:spcAft>
              <a:buSzPts val="1400"/>
              <a:buChar char="○"/>
            </a:pPr>
            <a:r>
              <a:rPr lang="en"/>
              <a:t>Build a Docker image</a:t>
            </a:r>
            <a:endParaRPr/>
          </a:p>
          <a:p>
            <a:pPr indent="-317500" lvl="1" marL="914400" rtl="0" algn="l">
              <a:lnSpc>
                <a:spcPct val="115000"/>
              </a:lnSpc>
              <a:spcBef>
                <a:spcPts val="0"/>
              </a:spcBef>
              <a:spcAft>
                <a:spcPts val="0"/>
              </a:spcAft>
              <a:buSzPts val="1400"/>
              <a:buChar char="○"/>
            </a:pPr>
            <a:r>
              <a:rPr lang="en"/>
              <a:t>Run a Docker container</a:t>
            </a:r>
            <a:endParaRPr/>
          </a:p>
          <a:p>
            <a:pPr indent="-317500" lvl="1" marL="914400" rtl="0" algn="l">
              <a:lnSpc>
                <a:spcPct val="115000"/>
              </a:lnSpc>
              <a:spcBef>
                <a:spcPts val="0"/>
              </a:spcBef>
              <a:spcAft>
                <a:spcPts val="0"/>
              </a:spcAft>
              <a:buSzPts val="1400"/>
              <a:buChar char="○"/>
            </a:pPr>
            <a:r>
              <a:rPr lang="en"/>
              <a:t>Try out the volume and ports Qs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8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Section 1: Some Basic Software Engineering</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445" name="Google Shape;445;p88"/>
          <p:cNvSpPr/>
          <p:nvPr/>
        </p:nvSpPr>
        <p:spPr>
          <a:xfrm>
            <a:off x="125" y="518950"/>
            <a:ext cx="9144000" cy="4624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88"/>
          <p:cNvSpPr txBox="1"/>
          <p:nvPr>
            <p:ph idx="1" type="body"/>
          </p:nvPr>
        </p:nvSpPr>
        <p:spPr>
          <a:xfrm>
            <a:off x="1328525" y="1370050"/>
            <a:ext cx="6071700" cy="2553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Docker and deployment</a:t>
            </a:r>
            <a:br>
              <a:rPr lang="en"/>
            </a:br>
            <a:endParaRPr/>
          </a:p>
          <a:p>
            <a:pPr indent="-342900" lvl="0" marL="457200" rtl="0" algn="l">
              <a:lnSpc>
                <a:spcPct val="115000"/>
              </a:lnSpc>
              <a:spcBef>
                <a:spcPts val="0"/>
              </a:spcBef>
              <a:spcAft>
                <a:spcPts val="0"/>
              </a:spcAft>
              <a:buSzPts val="1800"/>
              <a:buChar char="●"/>
            </a:pPr>
            <a:r>
              <a:rPr b="1" lang="en"/>
              <a:t>General Cloud Infrastructure</a:t>
            </a:r>
            <a:br>
              <a:rPr lang="en"/>
            </a:br>
            <a:endParaRPr/>
          </a:p>
          <a:p>
            <a:pPr indent="-342900" lvl="0" marL="457200" rtl="0" algn="l">
              <a:lnSpc>
                <a:spcPct val="115000"/>
              </a:lnSpc>
              <a:spcBef>
                <a:spcPts val="0"/>
              </a:spcBef>
              <a:spcAft>
                <a:spcPts val="0"/>
              </a:spcAft>
              <a:buSzPts val="1800"/>
              <a:buChar char="●"/>
            </a:pPr>
            <a:r>
              <a:rPr lang="en"/>
              <a:t>Deep Neural Network Toolboxes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89"/>
          <p:cNvSpPr txBox="1"/>
          <p:nvPr>
            <p:ph idx="1" type="body"/>
          </p:nvPr>
        </p:nvSpPr>
        <p:spPr>
          <a:xfrm>
            <a:off x="4709075" y="736350"/>
            <a:ext cx="4123200" cy="38325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Prompt engineering &amp; prototyping</a:t>
            </a:r>
            <a:br>
              <a:rPr lang="en"/>
            </a:br>
            <a:endParaRPr/>
          </a:p>
          <a:p>
            <a:pPr indent="-342900" lvl="0" marL="457200" rtl="0" algn="l">
              <a:lnSpc>
                <a:spcPct val="115000"/>
              </a:lnSpc>
              <a:spcBef>
                <a:spcPts val="0"/>
              </a:spcBef>
              <a:spcAft>
                <a:spcPts val="0"/>
              </a:spcAft>
              <a:buSzPts val="1800"/>
              <a:buChar char="●"/>
            </a:pPr>
            <a:r>
              <a:rPr lang="en"/>
              <a:t>Fine-tune foundation models on your own data</a:t>
            </a:r>
            <a:br>
              <a:rPr lang="en"/>
            </a:br>
            <a:endParaRPr/>
          </a:p>
          <a:p>
            <a:pPr indent="-342900" lvl="0" marL="457200" rtl="0" algn="l">
              <a:lnSpc>
                <a:spcPct val="115000"/>
              </a:lnSpc>
              <a:spcBef>
                <a:spcPts val="0"/>
              </a:spcBef>
              <a:spcAft>
                <a:spcPts val="0"/>
              </a:spcAft>
              <a:buSzPts val="1800"/>
              <a:buChar char="●"/>
            </a:pPr>
            <a:r>
              <a:rPr lang="en"/>
              <a:t>Work with multimodal models like Gemini</a:t>
            </a:r>
            <a:br>
              <a:rPr lang="en"/>
            </a:br>
            <a:endParaRPr/>
          </a:p>
          <a:p>
            <a:pPr indent="-342900" lvl="0" marL="457200" rtl="0" algn="l">
              <a:lnSpc>
                <a:spcPct val="115000"/>
              </a:lnSpc>
              <a:spcBef>
                <a:spcPts val="0"/>
              </a:spcBef>
              <a:spcAft>
                <a:spcPts val="0"/>
              </a:spcAft>
              <a:buSzPts val="1800"/>
              <a:buChar char="●"/>
            </a:pPr>
            <a:r>
              <a:rPr lang="en"/>
              <a:t>Vertex AI Studio is integrated with the full Vertex AI platform</a:t>
            </a:r>
            <a:br>
              <a:rPr lang="en"/>
            </a:br>
            <a:endParaRPr/>
          </a:p>
          <a:p>
            <a:pPr indent="-342900" lvl="0" marL="457200" rtl="0" algn="l">
              <a:lnSpc>
                <a:spcPct val="115000"/>
              </a:lnSpc>
              <a:spcBef>
                <a:spcPts val="0"/>
              </a:spcBef>
              <a:spcAft>
                <a:spcPts val="0"/>
              </a:spcAft>
              <a:buSzPts val="1800"/>
              <a:buChar char="●"/>
            </a:pPr>
            <a:r>
              <a:rPr lang="en"/>
              <a:t>Compliant with enterprise-grade security &amp; data governance</a:t>
            </a:r>
            <a:endParaRPr/>
          </a:p>
        </p:txBody>
      </p:sp>
      <p:sp>
        <p:nvSpPr>
          <p:cNvPr id="452" name="Google Shape;452;p8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Vertex AI Studio</a:t>
            </a:r>
            <a:endParaRPr/>
          </a:p>
        </p:txBody>
      </p:sp>
      <p:pic>
        <p:nvPicPr>
          <p:cNvPr id="453" name="Google Shape;453;p89"/>
          <p:cNvPicPr preferRelativeResize="0"/>
          <p:nvPr/>
        </p:nvPicPr>
        <p:blipFill rotWithShape="1">
          <a:blip r:embed="rId3">
            <a:alphaModFix/>
          </a:blip>
          <a:srcRect b="0" l="0" r="0" t="0"/>
          <a:stretch/>
        </p:blipFill>
        <p:spPr>
          <a:xfrm>
            <a:off x="167725" y="908909"/>
            <a:ext cx="4404275" cy="332567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9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Jupyter Notebooks and Dev Environments</a:t>
            </a:r>
            <a:endParaRPr/>
          </a:p>
        </p:txBody>
      </p:sp>
      <p:sp>
        <p:nvSpPr>
          <p:cNvPr id="459" name="Google Shape;459;p90"/>
          <p:cNvSpPr txBox="1"/>
          <p:nvPr>
            <p:ph idx="1" type="body"/>
          </p:nvPr>
        </p:nvSpPr>
        <p:spPr>
          <a:xfrm>
            <a:off x="3802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p:txBody>
      </p:sp>
      <p:pic>
        <p:nvPicPr>
          <p:cNvPr id="460" name="Google Shape;460;p90"/>
          <p:cNvPicPr preferRelativeResize="0"/>
          <p:nvPr/>
        </p:nvPicPr>
        <p:blipFill rotWithShape="1">
          <a:blip r:embed="rId3">
            <a:alphaModFix/>
          </a:blip>
          <a:srcRect b="0" l="0" r="0" t="0"/>
          <a:stretch/>
        </p:blipFill>
        <p:spPr>
          <a:xfrm>
            <a:off x="134728" y="540525"/>
            <a:ext cx="4868173" cy="4494525"/>
          </a:xfrm>
          <a:prstGeom prst="rect">
            <a:avLst/>
          </a:prstGeom>
          <a:noFill/>
          <a:ln>
            <a:noFill/>
          </a:ln>
        </p:spPr>
      </p:pic>
      <p:pic>
        <p:nvPicPr>
          <p:cNvPr id="461" name="Google Shape;461;p90"/>
          <p:cNvPicPr preferRelativeResize="0"/>
          <p:nvPr/>
        </p:nvPicPr>
        <p:blipFill rotWithShape="1">
          <a:blip r:embed="rId4">
            <a:alphaModFix/>
          </a:blip>
          <a:srcRect b="0" l="0" r="0" t="0"/>
          <a:stretch/>
        </p:blipFill>
        <p:spPr>
          <a:xfrm>
            <a:off x="5566100" y="514450"/>
            <a:ext cx="3389550" cy="4629051"/>
          </a:xfrm>
          <a:prstGeom prst="rect">
            <a:avLst/>
          </a:prstGeom>
          <a:noFill/>
          <a:ln>
            <a:noFill/>
          </a:ln>
        </p:spPr>
      </p:pic>
      <p:pic>
        <p:nvPicPr>
          <p:cNvPr id="462" name="Google Shape;462;p90"/>
          <p:cNvPicPr preferRelativeResize="0"/>
          <p:nvPr/>
        </p:nvPicPr>
        <p:blipFill rotWithShape="1">
          <a:blip r:embed="rId5">
            <a:alphaModFix/>
          </a:blip>
          <a:srcRect b="0" l="0" r="0" t="0"/>
          <a:stretch/>
        </p:blipFill>
        <p:spPr>
          <a:xfrm>
            <a:off x="738110" y="2631450"/>
            <a:ext cx="4140851" cy="2335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9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Jupyter Lab</a:t>
            </a:r>
            <a:endParaRPr/>
          </a:p>
        </p:txBody>
      </p:sp>
      <p:sp>
        <p:nvSpPr>
          <p:cNvPr id="468" name="Google Shape;468;p91"/>
          <p:cNvSpPr txBox="1"/>
          <p:nvPr>
            <p:ph idx="1" type="body"/>
          </p:nvPr>
        </p:nvSpPr>
        <p:spPr>
          <a:xfrm>
            <a:off x="311700" y="736350"/>
            <a:ext cx="8520600" cy="3834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u="sng">
                <a:solidFill>
                  <a:schemeClr val="hlink"/>
                </a:solidFill>
                <a:hlinkClick r:id="rId3"/>
              </a:rPr>
              <a:t>https://console.cloud.google.com/vertex-ai/workbench/user-managed</a:t>
            </a:r>
            <a:r>
              <a:rPr lang="en"/>
              <a:t> </a:t>
            </a:r>
            <a:br>
              <a:rPr lang="en"/>
            </a:br>
            <a:endParaRPr/>
          </a:p>
        </p:txBody>
      </p:sp>
      <p:pic>
        <p:nvPicPr>
          <p:cNvPr id="469" name="Google Shape;469;p91"/>
          <p:cNvPicPr preferRelativeResize="0"/>
          <p:nvPr/>
        </p:nvPicPr>
        <p:blipFill rotWithShape="1">
          <a:blip r:embed="rId4">
            <a:alphaModFix/>
          </a:blip>
          <a:srcRect b="0" l="0" r="0" t="0"/>
          <a:stretch/>
        </p:blipFill>
        <p:spPr>
          <a:xfrm>
            <a:off x="452000" y="1141700"/>
            <a:ext cx="4637025" cy="3912925"/>
          </a:xfrm>
          <a:prstGeom prst="rect">
            <a:avLst/>
          </a:prstGeom>
          <a:noFill/>
          <a:ln>
            <a:noFill/>
          </a:ln>
        </p:spPr>
      </p:pic>
      <p:sp>
        <p:nvSpPr>
          <p:cNvPr id="470" name="Google Shape;470;p91"/>
          <p:cNvSpPr txBox="1"/>
          <p:nvPr/>
        </p:nvSpPr>
        <p:spPr>
          <a:xfrm>
            <a:off x="2968425" y="1307775"/>
            <a:ext cx="2325000" cy="6435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Arial"/>
                <a:ea typeface="Arial"/>
                <a:cs typeface="Arial"/>
                <a:sym typeface="Arial"/>
              </a:rPr>
              <a:t>good for prototyping and visualization</a:t>
            </a:r>
            <a:endParaRPr b="0" i="0" sz="1800" u="none" cap="none" strike="noStrike">
              <a:solidFill>
                <a:srgbClr val="FF0000"/>
              </a:solidFill>
              <a:latin typeface="Arial"/>
              <a:ea typeface="Arial"/>
              <a:cs typeface="Arial"/>
              <a:sym typeface="Arial"/>
            </a:endParaRPr>
          </a:p>
        </p:txBody>
      </p:sp>
      <p:sp>
        <p:nvSpPr>
          <p:cNvPr id="471" name="Google Shape;471;p91"/>
          <p:cNvSpPr txBox="1"/>
          <p:nvPr/>
        </p:nvSpPr>
        <p:spPr>
          <a:xfrm>
            <a:off x="1999875" y="2331900"/>
            <a:ext cx="2325000" cy="6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Arial"/>
                <a:ea typeface="Arial"/>
                <a:cs typeface="Arial"/>
                <a:sym typeface="Arial"/>
              </a:rPr>
              <a:t>trying out files, etc.</a:t>
            </a:r>
            <a:endParaRPr b="0" i="0" sz="1800" u="none" cap="none" strike="noStrike">
              <a:solidFill>
                <a:srgbClr val="FF0000"/>
              </a:solidFill>
              <a:latin typeface="Arial"/>
              <a:ea typeface="Arial"/>
              <a:cs typeface="Arial"/>
              <a:sym typeface="Arial"/>
            </a:endParaRPr>
          </a:p>
        </p:txBody>
      </p:sp>
      <p:sp>
        <p:nvSpPr>
          <p:cNvPr id="472" name="Google Shape;472;p91"/>
          <p:cNvSpPr txBox="1"/>
          <p:nvPr/>
        </p:nvSpPr>
        <p:spPr>
          <a:xfrm>
            <a:off x="3238275" y="2975400"/>
            <a:ext cx="2325000" cy="6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Arial"/>
                <a:ea typeface="Arial"/>
                <a:cs typeface="Arial"/>
                <a:sym typeface="Arial"/>
              </a:rPr>
              <a:t>shell: installation, and general ops</a:t>
            </a:r>
            <a:endParaRPr b="0" i="0" sz="1800" u="none" cap="none" strike="noStrike">
              <a:solidFill>
                <a:srgbClr val="FF0000"/>
              </a:solidFill>
              <a:latin typeface="Arial"/>
              <a:ea typeface="Arial"/>
              <a:cs typeface="Arial"/>
              <a:sym typeface="Arial"/>
            </a:endParaRPr>
          </a:p>
        </p:txBody>
      </p:sp>
      <p:cxnSp>
        <p:nvCxnSpPr>
          <p:cNvPr id="473" name="Google Shape;473;p91"/>
          <p:cNvCxnSpPr>
            <a:stCxn id="470" idx="1"/>
          </p:cNvCxnSpPr>
          <p:nvPr/>
        </p:nvCxnSpPr>
        <p:spPr>
          <a:xfrm flipH="1">
            <a:off x="1681425" y="1629525"/>
            <a:ext cx="1287000" cy="270000"/>
          </a:xfrm>
          <a:prstGeom prst="straightConnector1">
            <a:avLst/>
          </a:prstGeom>
          <a:noFill/>
          <a:ln cap="flat" cmpd="sng" w="19050">
            <a:solidFill>
              <a:srgbClr val="FF0000"/>
            </a:solidFill>
            <a:prstDash val="solid"/>
            <a:round/>
            <a:headEnd len="sm" w="sm" type="none"/>
            <a:tailEnd len="med" w="med" type="triangle"/>
          </a:ln>
        </p:spPr>
      </p:cxnSp>
      <p:cxnSp>
        <p:nvCxnSpPr>
          <p:cNvPr id="474" name="Google Shape;474;p91"/>
          <p:cNvCxnSpPr/>
          <p:nvPr/>
        </p:nvCxnSpPr>
        <p:spPr>
          <a:xfrm flipH="1">
            <a:off x="1691800" y="2771225"/>
            <a:ext cx="1235100" cy="487800"/>
          </a:xfrm>
          <a:prstGeom prst="straightConnector1">
            <a:avLst/>
          </a:prstGeom>
          <a:noFill/>
          <a:ln cap="flat" cmpd="sng" w="19050">
            <a:solidFill>
              <a:srgbClr val="FF0000"/>
            </a:solidFill>
            <a:prstDash val="solid"/>
            <a:round/>
            <a:headEnd len="sm" w="sm" type="none"/>
            <a:tailEnd len="med" w="med" type="triangle"/>
          </a:ln>
        </p:spPr>
      </p:cxnSp>
      <p:cxnSp>
        <p:nvCxnSpPr>
          <p:cNvPr id="475" name="Google Shape;475;p91"/>
          <p:cNvCxnSpPr/>
          <p:nvPr/>
        </p:nvCxnSpPr>
        <p:spPr>
          <a:xfrm flipH="1">
            <a:off x="1629375" y="3393975"/>
            <a:ext cx="1608900" cy="757500"/>
          </a:xfrm>
          <a:prstGeom prst="straightConnector1">
            <a:avLst/>
          </a:prstGeom>
          <a:noFill/>
          <a:ln cap="flat" cmpd="sng" w="19050">
            <a:solidFill>
              <a:srgbClr val="FF0000"/>
            </a:solidFill>
            <a:prstDash val="solid"/>
            <a:round/>
            <a:headEnd len="sm" w="sm" type="none"/>
            <a:tailEnd len="med" w="med" type="triangle"/>
          </a:ln>
        </p:spPr>
      </p:cxnSp>
      <p:sp>
        <p:nvSpPr>
          <p:cNvPr id="476" name="Google Shape;476;p91"/>
          <p:cNvSpPr txBox="1"/>
          <p:nvPr/>
        </p:nvSpPr>
        <p:spPr>
          <a:xfrm>
            <a:off x="5874650" y="3210825"/>
            <a:ext cx="2325000" cy="6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Arial"/>
                <a:ea typeface="Arial"/>
                <a:cs typeface="Arial"/>
                <a:sym typeface="Arial"/>
              </a:rPr>
              <a:t>other goodies</a:t>
            </a:r>
            <a:endParaRPr b="0" i="0" sz="1800" u="none" cap="none" strike="noStrike">
              <a:solidFill>
                <a:srgbClr val="FF0000"/>
              </a:solidFill>
              <a:latin typeface="Arial"/>
              <a:ea typeface="Arial"/>
              <a:cs typeface="Arial"/>
              <a:sym typeface="Arial"/>
            </a:endParaRPr>
          </a:p>
        </p:txBody>
      </p:sp>
      <p:cxnSp>
        <p:nvCxnSpPr>
          <p:cNvPr id="477" name="Google Shape;477;p91"/>
          <p:cNvCxnSpPr/>
          <p:nvPr/>
        </p:nvCxnSpPr>
        <p:spPr>
          <a:xfrm flipH="1">
            <a:off x="3549725" y="3618900"/>
            <a:ext cx="3148200" cy="304500"/>
          </a:xfrm>
          <a:prstGeom prst="straightConnector1">
            <a:avLst/>
          </a:prstGeom>
          <a:noFill/>
          <a:ln cap="flat" cmpd="sng" w="19050">
            <a:solidFill>
              <a:srgbClr val="FF0000"/>
            </a:solidFill>
            <a:prstDash val="solid"/>
            <a:round/>
            <a:headEnd len="sm" w="sm" type="none"/>
            <a:tailEnd len="med" w="med" type="triangle"/>
          </a:ln>
        </p:spPr>
      </p:cxnSp>
      <p:sp>
        <p:nvSpPr>
          <p:cNvPr id="478" name="Google Shape;478;p91"/>
          <p:cNvSpPr/>
          <p:nvPr/>
        </p:nvSpPr>
        <p:spPr>
          <a:xfrm rot="5400000">
            <a:off x="3445850" y="2875050"/>
            <a:ext cx="228300" cy="2325000"/>
          </a:xfrm>
          <a:prstGeom prst="leftBrace">
            <a:avLst>
              <a:gd fmla="val 50000" name="adj1"/>
              <a:gd fmla="val 50000" name="adj2"/>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9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Section 1: Some Basic Software Engineering</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484" name="Google Shape;484;p92"/>
          <p:cNvSpPr/>
          <p:nvPr/>
        </p:nvSpPr>
        <p:spPr>
          <a:xfrm>
            <a:off x="125" y="518950"/>
            <a:ext cx="9144000" cy="4624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92"/>
          <p:cNvSpPr txBox="1"/>
          <p:nvPr>
            <p:ph idx="1" type="body"/>
          </p:nvPr>
        </p:nvSpPr>
        <p:spPr>
          <a:xfrm>
            <a:off x="1328525" y="1370050"/>
            <a:ext cx="6071700" cy="2553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Docker and deployment</a:t>
            </a:r>
            <a:br>
              <a:rPr lang="en"/>
            </a:br>
            <a:endParaRPr/>
          </a:p>
          <a:p>
            <a:pPr indent="-342900" lvl="0" marL="457200" rtl="0" algn="l">
              <a:lnSpc>
                <a:spcPct val="115000"/>
              </a:lnSpc>
              <a:spcBef>
                <a:spcPts val="0"/>
              </a:spcBef>
              <a:spcAft>
                <a:spcPts val="0"/>
              </a:spcAft>
              <a:buSzPts val="1800"/>
              <a:buChar char="●"/>
            </a:pPr>
            <a:r>
              <a:rPr lang="en"/>
              <a:t>Python Environments &amp; the Cloud</a:t>
            </a:r>
            <a:br>
              <a:rPr lang="en"/>
            </a:br>
            <a:endParaRPr/>
          </a:p>
          <a:p>
            <a:pPr indent="-342900" lvl="0" marL="457200" rtl="0" algn="l">
              <a:lnSpc>
                <a:spcPct val="115000"/>
              </a:lnSpc>
              <a:spcBef>
                <a:spcPts val="0"/>
              </a:spcBef>
              <a:spcAft>
                <a:spcPts val="0"/>
              </a:spcAft>
              <a:buSzPts val="1800"/>
              <a:buChar char="●"/>
            </a:pPr>
            <a:r>
              <a:rPr b="1" lang="en"/>
              <a:t>Deep Neural Network Toolboxes</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93"/>
          <p:cNvSpPr txBox="1"/>
          <p:nvPr>
            <p:ph idx="1" type="body"/>
          </p:nvPr>
        </p:nvSpPr>
        <p:spPr>
          <a:xfrm>
            <a:off x="325900" y="1332050"/>
            <a:ext cx="5998800" cy="2626500"/>
          </a:xfrm>
          <a:prstGeom prst="rect">
            <a:avLst/>
          </a:prstGeom>
          <a:noFill/>
          <a:ln>
            <a:noFill/>
          </a:ln>
        </p:spPr>
        <p:txBody>
          <a:bodyPr anchorCtr="0" anchor="ctr" bIns="91425" lIns="91425" spcFirstLastPara="1" rIns="91425" wrap="square" tIns="91425">
            <a:normAutofit fontScale="85000" lnSpcReduction="20000"/>
          </a:bodyPr>
          <a:lstStyle/>
          <a:p>
            <a:pPr indent="0" lvl="0" marL="0" rtl="0" algn="l">
              <a:lnSpc>
                <a:spcPct val="100000"/>
              </a:lnSpc>
              <a:spcBef>
                <a:spcPts val="0"/>
              </a:spcBef>
              <a:spcAft>
                <a:spcPts val="0"/>
              </a:spcAft>
              <a:buSzPct val="100000"/>
              <a:buNone/>
            </a:pPr>
            <a:r>
              <a:rPr b="1" lang="en"/>
              <a:t>Natural Language Processing</a:t>
            </a:r>
            <a:br>
              <a:rPr lang="en"/>
            </a:br>
            <a:endParaRPr/>
          </a:p>
          <a:p>
            <a:pPr indent="0" lvl="0" marL="0" rtl="0" algn="l">
              <a:lnSpc>
                <a:spcPct val="100000"/>
              </a:lnSpc>
              <a:spcBef>
                <a:spcPts val="0"/>
              </a:spcBef>
              <a:spcAft>
                <a:spcPts val="0"/>
              </a:spcAft>
              <a:buSzPct val="100000"/>
              <a:buNone/>
            </a:pPr>
            <a:r>
              <a:rPr lang="en"/>
              <a:t>Section 0: Administrative</a:t>
            </a:r>
            <a:endParaRPr/>
          </a:p>
          <a:p>
            <a:pPr indent="-325755" lvl="0" marL="457200" rtl="0" algn="l">
              <a:lnSpc>
                <a:spcPct val="100000"/>
              </a:lnSpc>
              <a:spcBef>
                <a:spcPts val="0"/>
              </a:spcBef>
              <a:spcAft>
                <a:spcPts val="0"/>
              </a:spcAft>
              <a:buSzPct val="100000"/>
              <a:buChar char="●"/>
            </a:pPr>
            <a:r>
              <a:rPr lang="en"/>
              <a:t>Projects and Process</a:t>
            </a:r>
            <a:endParaRPr/>
          </a:p>
          <a:p>
            <a:pPr indent="0" lvl="0" marL="0" rtl="0" algn="l">
              <a:lnSpc>
                <a:spcPct val="100000"/>
              </a:lnSpc>
              <a:spcBef>
                <a:spcPts val="0"/>
              </a:spcBef>
              <a:spcAft>
                <a:spcPts val="0"/>
              </a:spcAft>
              <a:buSzPct val="100000"/>
              <a:buNone/>
            </a:pPr>
            <a:r>
              <a:rPr lang="en"/>
              <a:t>Section 1: Software Engineering</a:t>
            </a:r>
            <a:endParaRPr/>
          </a:p>
          <a:p>
            <a:pPr indent="-325755" lvl="0" marL="457200" rtl="0" algn="l">
              <a:lnSpc>
                <a:spcPct val="100000"/>
              </a:lnSpc>
              <a:spcBef>
                <a:spcPts val="0"/>
              </a:spcBef>
              <a:spcAft>
                <a:spcPts val="0"/>
              </a:spcAft>
              <a:buSzPct val="100000"/>
              <a:buChar char="●"/>
            </a:pPr>
            <a:r>
              <a:rPr lang="en"/>
              <a:t>Docker and deployment</a:t>
            </a:r>
            <a:endParaRPr/>
          </a:p>
          <a:p>
            <a:pPr indent="-325755" lvl="0" marL="457200" rtl="0" algn="l">
              <a:lnSpc>
                <a:spcPct val="100000"/>
              </a:lnSpc>
              <a:spcBef>
                <a:spcPts val="0"/>
              </a:spcBef>
              <a:spcAft>
                <a:spcPts val="0"/>
              </a:spcAft>
              <a:buSzPct val="100000"/>
              <a:buChar char="●"/>
            </a:pPr>
            <a:r>
              <a:rPr lang="en"/>
              <a:t>Google Cloud Platform (GCP)</a:t>
            </a:r>
            <a:endParaRPr/>
          </a:p>
          <a:p>
            <a:pPr indent="-325755" lvl="0" marL="457200" rtl="0" algn="l">
              <a:lnSpc>
                <a:spcPct val="100000"/>
              </a:lnSpc>
              <a:spcBef>
                <a:spcPts val="0"/>
              </a:spcBef>
              <a:spcAft>
                <a:spcPts val="0"/>
              </a:spcAft>
              <a:buSzPct val="100000"/>
              <a:buChar char="●"/>
            </a:pPr>
            <a:r>
              <a:rPr lang="en"/>
              <a:t>Python and DNN toolboxes</a:t>
            </a:r>
            <a:endParaRPr/>
          </a:p>
          <a:p>
            <a:pPr indent="0" lvl="0" marL="0" rtl="0" algn="l">
              <a:lnSpc>
                <a:spcPct val="100000"/>
              </a:lnSpc>
              <a:spcBef>
                <a:spcPts val="0"/>
              </a:spcBef>
              <a:spcAft>
                <a:spcPts val="0"/>
              </a:spcAft>
              <a:buSzPct val="100000"/>
              <a:buNone/>
            </a:pPr>
            <a:r>
              <a:rPr lang="en"/>
              <a:t>Section 2: Machine Learning</a:t>
            </a:r>
            <a:endParaRPr/>
          </a:p>
          <a:p>
            <a:pPr indent="-325755" lvl="0" marL="457200" rtl="0" algn="l">
              <a:lnSpc>
                <a:spcPct val="100000"/>
              </a:lnSpc>
              <a:spcBef>
                <a:spcPts val="0"/>
              </a:spcBef>
              <a:spcAft>
                <a:spcPts val="0"/>
              </a:spcAft>
              <a:buSzPct val="100000"/>
              <a:buChar char="●"/>
            </a:pPr>
            <a:r>
              <a:rPr lang="en"/>
              <a:t>Fundamental concepts of Machine Learning</a:t>
            </a:r>
            <a:endParaRPr/>
          </a:p>
          <a:p>
            <a:pPr indent="-325755" lvl="0" marL="457200" rtl="0" algn="l">
              <a:lnSpc>
                <a:spcPct val="100000"/>
              </a:lnSpc>
              <a:spcBef>
                <a:spcPts val="0"/>
              </a:spcBef>
              <a:spcAft>
                <a:spcPts val="0"/>
              </a:spcAft>
              <a:buSzPct val="100000"/>
              <a:buChar char="●"/>
            </a:pPr>
            <a:r>
              <a:rPr lang="en"/>
              <a:t>Linear algebra</a:t>
            </a:r>
            <a:endParaRPr/>
          </a:p>
          <a:p>
            <a:pPr indent="-325755" lvl="0" marL="457200" rtl="0" algn="l">
              <a:lnSpc>
                <a:spcPct val="100000"/>
              </a:lnSpc>
              <a:spcBef>
                <a:spcPts val="0"/>
              </a:spcBef>
              <a:spcAft>
                <a:spcPts val="0"/>
              </a:spcAft>
              <a:buSzPct val="100000"/>
              <a:buChar char="●"/>
            </a:pPr>
            <a:r>
              <a:rPr lang="en"/>
              <a:t>Multivariate calculus and the chain rule</a:t>
            </a:r>
            <a:endParaRPr/>
          </a:p>
          <a:p>
            <a:pPr indent="-325755" lvl="0" marL="457200" rtl="0" algn="l">
              <a:lnSpc>
                <a:spcPct val="100000"/>
              </a:lnSpc>
              <a:spcBef>
                <a:spcPts val="0"/>
              </a:spcBef>
              <a:spcAft>
                <a:spcPts val="0"/>
              </a:spcAft>
              <a:buSzPct val="100000"/>
              <a:buChar char="●"/>
            </a:pPr>
            <a:r>
              <a:rPr lang="en"/>
              <a:t>Gradient descent &amp; backpropagation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94"/>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NLP is all about ML!</a:t>
            </a:r>
            <a:endParaRPr/>
          </a:p>
        </p:txBody>
      </p:sp>
      <p:sp>
        <p:nvSpPr>
          <p:cNvPr id="496" name="Google Shape;496;p9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Application &amp; Theory of Machine Learning</a:t>
            </a:r>
            <a:endParaRPr/>
          </a:p>
        </p:txBody>
      </p:sp>
      <p:sp>
        <p:nvSpPr>
          <p:cNvPr id="497" name="Google Shape;497;p94"/>
          <p:cNvSpPr/>
          <p:nvPr/>
        </p:nvSpPr>
        <p:spPr>
          <a:xfrm>
            <a:off x="3331225" y="1773500"/>
            <a:ext cx="2576100" cy="151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Machine Learning</a:t>
            </a:r>
            <a:endParaRPr b="0" i="0" sz="1400" u="none" cap="none" strike="noStrike">
              <a:solidFill>
                <a:srgbClr val="000000"/>
              </a:solidFill>
              <a:latin typeface="Arial"/>
              <a:ea typeface="Arial"/>
              <a:cs typeface="Arial"/>
              <a:sym typeface="Arial"/>
            </a:endParaRPr>
          </a:p>
        </p:txBody>
      </p:sp>
      <p:sp>
        <p:nvSpPr>
          <p:cNvPr id="498" name="Google Shape;498;p94"/>
          <p:cNvSpPr txBox="1"/>
          <p:nvPr/>
        </p:nvSpPr>
        <p:spPr>
          <a:xfrm>
            <a:off x="1092425" y="2238800"/>
            <a:ext cx="1186800" cy="57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Input</a:t>
            </a:r>
            <a:endParaRPr b="0" i="0" sz="1800" u="none" cap="none" strike="noStrike">
              <a:solidFill>
                <a:schemeClr val="dk2"/>
              </a:solidFill>
              <a:latin typeface="Arial"/>
              <a:ea typeface="Arial"/>
              <a:cs typeface="Arial"/>
              <a:sym typeface="Arial"/>
            </a:endParaRPr>
          </a:p>
        </p:txBody>
      </p:sp>
      <p:sp>
        <p:nvSpPr>
          <p:cNvPr id="499" name="Google Shape;499;p94"/>
          <p:cNvSpPr txBox="1"/>
          <p:nvPr/>
        </p:nvSpPr>
        <p:spPr>
          <a:xfrm>
            <a:off x="6959325" y="2238800"/>
            <a:ext cx="1186800" cy="57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Output</a:t>
            </a:r>
            <a:endParaRPr b="0" i="0" sz="1800" u="none" cap="none" strike="noStrike">
              <a:solidFill>
                <a:schemeClr val="dk2"/>
              </a:solidFill>
              <a:latin typeface="Arial"/>
              <a:ea typeface="Arial"/>
              <a:cs typeface="Arial"/>
              <a:sym typeface="Arial"/>
            </a:endParaRPr>
          </a:p>
        </p:txBody>
      </p:sp>
      <p:cxnSp>
        <p:nvCxnSpPr>
          <p:cNvPr id="500" name="Google Shape;500;p94"/>
          <p:cNvCxnSpPr>
            <a:stCxn id="498" idx="3"/>
            <a:endCxn id="497" idx="1"/>
          </p:cNvCxnSpPr>
          <p:nvPr/>
        </p:nvCxnSpPr>
        <p:spPr>
          <a:xfrm>
            <a:off x="2279225" y="2528750"/>
            <a:ext cx="1052100" cy="0"/>
          </a:xfrm>
          <a:prstGeom prst="straightConnector1">
            <a:avLst/>
          </a:prstGeom>
          <a:noFill/>
          <a:ln cap="flat" cmpd="sng" w="9525">
            <a:solidFill>
              <a:schemeClr val="dk2"/>
            </a:solidFill>
            <a:prstDash val="solid"/>
            <a:round/>
            <a:headEnd len="sm" w="sm" type="none"/>
            <a:tailEnd len="med" w="med" type="triangle"/>
          </a:ln>
        </p:spPr>
      </p:cxnSp>
      <p:cxnSp>
        <p:nvCxnSpPr>
          <p:cNvPr id="501" name="Google Shape;501;p94"/>
          <p:cNvCxnSpPr>
            <a:stCxn id="497" idx="3"/>
            <a:endCxn id="499" idx="1"/>
          </p:cNvCxnSpPr>
          <p:nvPr/>
        </p:nvCxnSpPr>
        <p:spPr>
          <a:xfrm>
            <a:off x="5907325" y="2528750"/>
            <a:ext cx="10521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9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Training a Model</a:t>
            </a:r>
            <a:endParaRPr/>
          </a:p>
        </p:txBody>
      </p:sp>
      <p:sp>
        <p:nvSpPr>
          <p:cNvPr id="507" name="Google Shape;507;p95"/>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What can the mystery box be? What are some examples?</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Linear regression → fitting a line to data</a:t>
            </a:r>
            <a:br>
              <a:rPr lang="en"/>
            </a:br>
            <a:endParaRPr/>
          </a:p>
          <a:p>
            <a:pPr indent="-342900" lvl="0" marL="457200" rtl="0" algn="l">
              <a:lnSpc>
                <a:spcPct val="115000"/>
              </a:lnSpc>
              <a:spcBef>
                <a:spcPts val="0"/>
              </a:spcBef>
              <a:spcAft>
                <a:spcPts val="0"/>
              </a:spcAft>
              <a:buSzPts val="1800"/>
              <a:buChar char="●"/>
            </a:pPr>
            <a:r>
              <a:rPr lang="en"/>
              <a:t>Polynomial regression → fitting a nonlinear line to data</a:t>
            </a:r>
            <a:br>
              <a:rPr lang="en"/>
            </a:br>
            <a:endParaRPr/>
          </a:p>
          <a:p>
            <a:pPr indent="-342900" lvl="0" marL="457200" rtl="0" algn="l">
              <a:lnSpc>
                <a:spcPct val="115000"/>
              </a:lnSpc>
              <a:spcBef>
                <a:spcPts val="0"/>
              </a:spcBef>
              <a:spcAft>
                <a:spcPts val="0"/>
              </a:spcAft>
              <a:buSzPts val="1800"/>
              <a:buChar char="●"/>
            </a:pPr>
            <a:r>
              <a:rPr lang="en"/>
              <a:t>Classification → prediction the different classes</a:t>
            </a:r>
            <a:br>
              <a:rPr lang="en"/>
            </a:br>
            <a:endParaRPr/>
          </a:p>
          <a:p>
            <a:pPr indent="-342900" lvl="0" marL="457200" rtl="0" algn="l">
              <a:lnSpc>
                <a:spcPct val="115000"/>
              </a:lnSpc>
              <a:spcBef>
                <a:spcPts val="0"/>
              </a:spcBef>
              <a:spcAft>
                <a:spcPts val="0"/>
              </a:spcAft>
              <a:buSzPts val="1800"/>
              <a:buChar char="●"/>
            </a:pPr>
            <a:r>
              <a:rPr lang="en"/>
              <a:t>Transformer-based Classification → prediction with attention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Numpy, Tensorflow, PyTorch</a:t>
            </a:r>
            <a:endParaRPr/>
          </a:p>
        </p:txBody>
      </p:sp>
      <p:sp>
        <p:nvSpPr>
          <p:cNvPr id="513" name="Google Shape;513;p96"/>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Dot product:</a:t>
            </a:r>
            <a:br>
              <a:rPr lang="en"/>
            </a:br>
            <a:endParaRPr/>
          </a:p>
          <a:p>
            <a:pPr indent="0" lvl="0" marL="0" rtl="0" algn="l">
              <a:lnSpc>
                <a:spcPct val="115000"/>
              </a:lnSpc>
              <a:spcBef>
                <a:spcPts val="0"/>
              </a:spcBef>
              <a:spcAft>
                <a:spcPts val="0"/>
              </a:spcAft>
              <a:buSzPts val="1800"/>
              <a:buNone/>
            </a:pPr>
            <a:br>
              <a:rPr lang="en"/>
            </a:br>
            <a:endParaRPr/>
          </a:p>
          <a:p>
            <a:pPr indent="0" lvl="0" marL="0" rtl="0" algn="l">
              <a:lnSpc>
                <a:spcPct val="115000"/>
              </a:lnSpc>
              <a:spcBef>
                <a:spcPts val="0"/>
              </a:spcBef>
              <a:spcAft>
                <a:spcPts val="0"/>
              </a:spcAft>
              <a:buSzPts val="1800"/>
              <a:buNone/>
            </a:pPr>
            <a:r>
              <a:rPr lang="en"/>
              <a:t>Implementations:</a:t>
            </a:r>
            <a:endParaRPr/>
          </a:p>
        </p:txBody>
      </p:sp>
      <p:pic>
        <p:nvPicPr>
          <p:cNvPr id="514" name="Google Shape;514;p96"/>
          <p:cNvPicPr preferRelativeResize="0"/>
          <p:nvPr/>
        </p:nvPicPr>
        <p:blipFill rotWithShape="1">
          <a:blip r:embed="rId3">
            <a:alphaModFix/>
          </a:blip>
          <a:srcRect b="0" l="0" r="0" t="0"/>
          <a:stretch/>
        </p:blipFill>
        <p:spPr>
          <a:xfrm>
            <a:off x="3043238" y="1228000"/>
            <a:ext cx="3057525" cy="666750"/>
          </a:xfrm>
          <a:prstGeom prst="rect">
            <a:avLst/>
          </a:prstGeom>
          <a:noFill/>
          <a:ln>
            <a:noFill/>
          </a:ln>
        </p:spPr>
      </p:pic>
      <p:pic>
        <p:nvPicPr>
          <p:cNvPr id="515" name="Google Shape;515;p96"/>
          <p:cNvPicPr preferRelativeResize="0"/>
          <p:nvPr/>
        </p:nvPicPr>
        <p:blipFill rotWithShape="1">
          <a:blip r:embed="rId4">
            <a:alphaModFix/>
          </a:blip>
          <a:srcRect b="0" l="0" r="0" t="0"/>
          <a:stretch/>
        </p:blipFill>
        <p:spPr>
          <a:xfrm>
            <a:off x="2041863" y="3089504"/>
            <a:ext cx="3448350" cy="1372055"/>
          </a:xfrm>
          <a:prstGeom prst="rect">
            <a:avLst/>
          </a:prstGeom>
          <a:noFill/>
          <a:ln>
            <a:noFill/>
          </a:ln>
        </p:spPr>
      </p:pic>
      <p:pic>
        <p:nvPicPr>
          <p:cNvPr id="516" name="Google Shape;516;p96"/>
          <p:cNvPicPr preferRelativeResize="0"/>
          <p:nvPr/>
        </p:nvPicPr>
        <p:blipFill rotWithShape="1">
          <a:blip r:embed="rId5">
            <a:alphaModFix/>
          </a:blip>
          <a:srcRect b="0" l="0" r="0" t="0"/>
          <a:stretch/>
        </p:blipFill>
        <p:spPr>
          <a:xfrm>
            <a:off x="311700" y="3089500"/>
            <a:ext cx="1463125" cy="751350"/>
          </a:xfrm>
          <a:prstGeom prst="rect">
            <a:avLst/>
          </a:prstGeom>
          <a:noFill/>
          <a:ln>
            <a:noFill/>
          </a:ln>
        </p:spPr>
      </p:pic>
      <p:pic>
        <p:nvPicPr>
          <p:cNvPr id="517" name="Google Shape;517;p96"/>
          <p:cNvPicPr preferRelativeResize="0"/>
          <p:nvPr/>
        </p:nvPicPr>
        <p:blipFill rotWithShape="1">
          <a:blip r:embed="rId6">
            <a:alphaModFix/>
          </a:blip>
          <a:srcRect b="0" l="0" r="0" t="0"/>
          <a:stretch/>
        </p:blipFill>
        <p:spPr>
          <a:xfrm>
            <a:off x="5757250" y="3089500"/>
            <a:ext cx="3330250" cy="875775"/>
          </a:xfrm>
          <a:prstGeom prst="rect">
            <a:avLst/>
          </a:prstGeom>
          <a:noFill/>
          <a:ln>
            <a:noFill/>
          </a:ln>
        </p:spPr>
      </p:pic>
      <p:sp>
        <p:nvSpPr>
          <p:cNvPr id="518" name="Google Shape;518;p96"/>
          <p:cNvSpPr txBox="1"/>
          <p:nvPr/>
        </p:nvSpPr>
        <p:spPr>
          <a:xfrm>
            <a:off x="301000" y="2553250"/>
            <a:ext cx="14739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numpy</a:t>
            </a:r>
            <a:endParaRPr b="0" i="0" sz="1800" u="none" cap="none" strike="noStrike">
              <a:solidFill>
                <a:schemeClr val="dk2"/>
              </a:solidFill>
              <a:latin typeface="Arial"/>
              <a:ea typeface="Arial"/>
              <a:cs typeface="Arial"/>
              <a:sym typeface="Arial"/>
            </a:endParaRPr>
          </a:p>
        </p:txBody>
      </p:sp>
      <p:sp>
        <p:nvSpPr>
          <p:cNvPr id="519" name="Google Shape;519;p96"/>
          <p:cNvSpPr txBox="1"/>
          <p:nvPr/>
        </p:nvSpPr>
        <p:spPr>
          <a:xfrm>
            <a:off x="3029100" y="2553250"/>
            <a:ext cx="14739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tensorflow</a:t>
            </a:r>
            <a:endParaRPr b="0" i="0" sz="1800" u="none" cap="none" strike="noStrike">
              <a:solidFill>
                <a:schemeClr val="dk2"/>
              </a:solidFill>
              <a:latin typeface="Arial"/>
              <a:ea typeface="Arial"/>
              <a:cs typeface="Arial"/>
              <a:sym typeface="Arial"/>
            </a:endParaRPr>
          </a:p>
        </p:txBody>
      </p:sp>
      <p:sp>
        <p:nvSpPr>
          <p:cNvPr id="520" name="Google Shape;520;p96"/>
          <p:cNvSpPr txBox="1"/>
          <p:nvPr/>
        </p:nvSpPr>
        <p:spPr>
          <a:xfrm>
            <a:off x="6685425" y="2553250"/>
            <a:ext cx="14739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pytorch</a:t>
            </a:r>
            <a:endParaRPr b="0" i="0" sz="1800" u="none" cap="none" strike="noStrike">
              <a:solidFill>
                <a:schemeClr val="dk2"/>
              </a:solidFill>
              <a:latin typeface="Arial"/>
              <a:ea typeface="Arial"/>
              <a:cs typeface="Arial"/>
              <a:sym typeface="Arial"/>
            </a:endParaRPr>
          </a:p>
        </p:txBody>
      </p:sp>
      <p:sp>
        <p:nvSpPr>
          <p:cNvPr id="521" name="Google Shape;521;p96"/>
          <p:cNvSpPr txBox="1"/>
          <p:nvPr/>
        </p:nvSpPr>
        <p:spPr>
          <a:xfrm>
            <a:off x="1683825" y="4583425"/>
            <a:ext cx="5188500" cy="49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sng" cap="none" strike="noStrike">
                <a:solidFill>
                  <a:schemeClr val="hlink"/>
                </a:solidFill>
                <a:latin typeface="Arial"/>
                <a:ea typeface="Arial"/>
                <a:cs typeface="Arial"/>
                <a:sym typeface="Arial"/>
                <a:hlinkClick r:id="rId7"/>
              </a:rPr>
              <a:t>Colab</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9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Machine Learning</a:t>
            </a:r>
            <a:endParaRPr/>
          </a:p>
        </p:txBody>
      </p:sp>
      <p:sp>
        <p:nvSpPr>
          <p:cNvPr id="527" name="Google Shape;527;p97"/>
          <p:cNvSpPr txBox="1"/>
          <p:nvPr>
            <p:ph idx="1" type="body"/>
          </p:nvPr>
        </p:nvSpPr>
        <p:spPr>
          <a:xfrm>
            <a:off x="311700" y="3420650"/>
            <a:ext cx="8520600" cy="11484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8107"/>
              <a:buNone/>
            </a:pPr>
            <a:r>
              <a:rPr lang="en"/>
              <a:t>Training pairs (x</a:t>
            </a:r>
            <a:r>
              <a:rPr baseline="-25000" lang="en"/>
              <a:t>i</a:t>
            </a:r>
            <a:r>
              <a:rPr lang="en"/>
              <a:t>, y</a:t>
            </a:r>
            <a:r>
              <a:rPr baseline="-25000" lang="en"/>
              <a:t>i</a:t>
            </a:r>
            <a:r>
              <a:rPr lang="en"/>
              <a:t>), where x is an input and y is the output. We can create a function F that we use to predict an output ŷ given an input x. To get the parameters of the function, we use a process called </a:t>
            </a:r>
            <a:r>
              <a:rPr b="1" i="1" lang="en"/>
              <a:t>training</a:t>
            </a:r>
            <a:r>
              <a:rPr lang="en"/>
              <a:t> (i.e., machine learning).</a:t>
            </a:r>
            <a:endParaRPr/>
          </a:p>
        </p:txBody>
      </p:sp>
      <p:sp>
        <p:nvSpPr>
          <p:cNvPr id="528" name="Google Shape;528;p97"/>
          <p:cNvSpPr/>
          <p:nvPr/>
        </p:nvSpPr>
        <p:spPr>
          <a:xfrm>
            <a:off x="857775" y="639000"/>
            <a:ext cx="7974504" cy="1246752"/>
          </a:xfrm>
          <a:prstGeom prst="cloud">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Training Examples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y</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(x</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y</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 (x</a:t>
            </a:r>
            <a:r>
              <a:rPr b="0" baseline="-25000" i="0" lang="en" sz="1400" u="none" cap="none" strike="noStrike">
                <a:solidFill>
                  <a:srgbClr val="000000"/>
                </a:solidFill>
                <a:latin typeface="Arial"/>
                <a:ea typeface="Arial"/>
                <a:cs typeface="Arial"/>
                <a:sym typeface="Arial"/>
              </a:rPr>
              <a:t>n</a:t>
            </a:r>
            <a:r>
              <a:rPr b="0" i="0" lang="en" sz="1400" u="none" cap="none" strike="noStrike">
                <a:solidFill>
                  <a:srgbClr val="000000"/>
                </a:solidFill>
                <a:latin typeface="Arial"/>
                <a:ea typeface="Arial"/>
                <a:cs typeface="Arial"/>
                <a:sym typeface="Arial"/>
              </a:rPr>
              <a:t>, y</a:t>
            </a:r>
            <a:r>
              <a:rPr b="0" baseline="-25000" i="0" lang="en" sz="1400" u="none" cap="none" strike="noStrike">
                <a:solidFill>
                  <a:srgbClr val="000000"/>
                </a:solidFill>
                <a:latin typeface="Arial"/>
                <a:ea typeface="Arial"/>
                <a:cs typeface="Arial"/>
                <a:sym typeface="Arial"/>
              </a:rPr>
              <a:t>n</a:t>
            </a: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29" name="Google Shape;529;p97"/>
          <p:cNvSpPr/>
          <p:nvPr/>
        </p:nvSpPr>
        <p:spPr>
          <a:xfrm>
            <a:off x="3265975" y="2460400"/>
            <a:ext cx="3158100" cy="7320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 (x, y ; params)</a:t>
            </a:r>
            <a:endParaRPr b="0" i="0" sz="1400" u="none" cap="none" strike="noStrike">
              <a:solidFill>
                <a:srgbClr val="000000"/>
              </a:solidFill>
              <a:latin typeface="Arial"/>
              <a:ea typeface="Arial"/>
              <a:cs typeface="Arial"/>
              <a:sym typeface="Arial"/>
            </a:endParaRPr>
          </a:p>
        </p:txBody>
      </p:sp>
      <p:sp>
        <p:nvSpPr>
          <p:cNvPr id="530" name="Google Shape;530;p97"/>
          <p:cNvSpPr txBox="1"/>
          <p:nvPr/>
        </p:nvSpPr>
        <p:spPr>
          <a:xfrm>
            <a:off x="857775" y="2629600"/>
            <a:ext cx="10623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x</a:t>
            </a:r>
            <a:endParaRPr b="0" i="0" sz="1800" u="none" cap="none" strike="noStrike">
              <a:solidFill>
                <a:srgbClr val="595959"/>
              </a:solidFill>
              <a:latin typeface="Arial"/>
              <a:ea typeface="Arial"/>
              <a:cs typeface="Arial"/>
              <a:sym typeface="Arial"/>
            </a:endParaRPr>
          </a:p>
        </p:txBody>
      </p:sp>
      <p:cxnSp>
        <p:nvCxnSpPr>
          <p:cNvPr id="531" name="Google Shape;531;p97"/>
          <p:cNvCxnSpPr>
            <a:stCxn id="530" idx="3"/>
            <a:endCxn id="529" idx="1"/>
          </p:cNvCxnSpPr>
          <p:nvPr/>
        </p:nvCxnSpPr>
        <p:spPr>
          <a:xfrm>
            <a:off x="1920075" y="2826400"/>
            <a:ext cx="1345800" cy="0"/>
          </a:xfrm>
          <a:prstGeom prst="straightConnector1">
            <a:avLst/>
          </a:prstGeom>
          <a:noFill/>
          <a:ln cap="flat" cmpd="sng" w="9525">
            <a:solidFill>
              <a:srgbClr val="595959"/>
            </a:solidFill>
            <a:prstDash val="solid"/>
            <a:round/>
            <a:headEnd len="sm" w="sm" type="none"/>
            <a:tailEnd len="med" w="med" type="triangle"/>
          </a:ln>
        </p:spPr>
      </p:cxnSp>
      <p:sp>
        <p:nvSpPr>
          <p:cNvPr id="532" name="Google Shape;532;p97"/>
          <p:cNvSpPr txBox="1"/>
          <p:nvPr/>
        </p:nvSpPr>
        <p:spPr>
          <a:xfrm>
            <a:off x="7769975" y="2629600"/>
            <a:ext cx="10623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ŷ</a:t>
            </a:r>
            <a:endParaRPr b="0" i="0" sz="1800" u="none" cap="none" strike="noStrike">
              <a:solidFill>
                <a:srgbClr val="595959"/>
              </a:solidFill>
              <a:latin typeface="Arial"/>
              <a:ea typeface="Arial"/>
              <a:cs typeface="Arial"/>
              <a:sym typeface="Arial"/>
            </a:endParaRPr>
          </a:p>
        </p:txBody>
      </p:sp>
      <p:cxnSp>
        <p:nvCxnSpPr>
          <p:cNvPr id="533" name="Google Shape;533;p97"/>
          <p:cNvCxnSpPr>
            <a:stCxn id="529" idx="3"/>
            <a:endCxn id="532" idx="1"/>
          </p:cNvCxnSpPr>
          <p:nvPr/>
        </p:nvCxnSpPr>
        <p:spPr>
          <a:xfrm>
            <a:off x="6424075" y="2826400"/>
            <a:ext cx="1345800" cy="0"/>
          </a:xfrm>
          <a:prstGeom prst="straightConnector1">
            <a:avLst/>
          </a:prstGeom>
          <a:noFill/>
          <a:ln cap="flat" cmpd="sng" w="9525">
            <a:solidFill>
              <a:srgbClr val="595959"/>
            </a:solidFill>
            <a:prstDash val="solid"/>
            <a:round/>
            <a:headEnd len="sm" w="sm" type="none"/>
            <a:tailEnd len="med" w="med" type="triangle"/>
          </a:ln>
        </p:spPr>
      </p:cxnSp>
      <p:cxnSp>
        <p:nvCxnSpPr>
          <p:cNvPr id="534" name="Google Shape;534;p97"/>
          <p:cNvCxnSpPr>
            <a:stCxn id="528" idx="1"/>
            <a:endCxn id="529" idx="0"/>
          </p:cNvCxnSpPr>
          <p:nvPr/>
        </p:nvCxnSpPr>
        <p:spPr>
          <a:xfrm>
            <a:off x="4845027" y="1884424"/>
            <a:ext cx="0" cy="576000"/>
          </a:xfrm>
          <a:prstGeom prst="straightConnector1">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9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Machine Learning</a:t>
            </a:r>
            <a:endParaRPr/>
          </a:p>
        </p:txBody>
      </p:sp>
      <p:sp>
        <p:nvSpPr>
          <p:cNvPr id="540" name="Google Shape;540;p98"/>
          <p:cNvSpPr txBox="1"/>
          <p:nvPr>
            <p:ph idx="1" type="body"/>
          </p:nvPr>
        </p:nvSpPr>
        <p:spPr>
          <a:xfrm>
            <a:off x="311700" y="3420650"/>
            <a:ext cx="8520600" cy="1148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lang="en"/>
              <a:t>What would y be? (What are some examples of labels / classes / output?)</a:t>
            </a:r>
            <a:endParaRPr/>
          </a:p>
          <a:p>
            <a:pPr indent="0" lvl="0" marL="0" rtl="0" algn="l">
              <a:lnSpc>
                <a:spcPct val="115000"/>
              </a:lnSpc>
              <a:spcBef>
                <a:spcPts val="0"/>
              </a:spcBef>
              <a:spcAft>
                <a:spcPts val="0"/>
              </a:spcAft>
              <a:buSzPts val="1946"/>
              <a:buNone/>
            </a:pPr>
            <a:r>
              <a:t/>
            </a:r>
            <a:endParaRPr/>
          </a:p>
          <a:p>
            <a:pPr indent="0" lvl="0" marL="0" rtl="0" algn="l">
              <a:lnSpc>
                <a:spcPct val="115000"/>
              </a:lnSpc>
              <a:spcBef>
                <a:spcPts val="0"/>
              </a:spcBef>
              <a:spcAft>
                <a:spcPts val="0"/>
              </a:spcAft>
              <a:buSzPts val="1946"/>
              <a:buNone/>
            </a:pPr>
            <a:r>
              <a:rPr lang="en"/>
              <a:t>What can x be? (What are some examples of features / input?)</a:t>
            </a:r>
            <a:endParaRPr/>
          </a:p>
        </p:txBody>
      </p:sp>
      <p:sp>
        <p:nvSpPr>
          <p:cNvPr id="541" name="Google Shape;541;p98"/>
          <p:cNvSpPr/>
          <p:nvPr/>
        </p:nvSpPr>
        <p:spPr>
          <a:xfrm>
            <a:off x="857775" y="639000"/>
            <a:ext cx="7974504" cy="1246752"/>
          </a:xfrm>
          <a:prstGeom prst="cloud">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Training Examples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y</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(x</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y</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 (x</a:t>
            </a:r>
            <a:r>
              <a:rPr b="0" baseline="-25000" i="0" lang="en" sz="1400" u="none" cap="none" strike="noStrike">
                <a:solidFill>
                  <a:srgbClr val="000000"/>
                </a:solidFill>
                <a:latin typeface="Arial"/>
                <a:ea typeface="Arial"/>
                <a:cs typeface="Arial"/>
                <a:sym typeface="Arial"/>
              </a:rPr>
              <a:t>n</a:t>
            </a:r>
            <a:r>
              <a:rPr b="0" i="0" lang="en" sz="1400" u="none" cap="none" strike="noStrike">
                <a:solidFill>
                  <a:srgbClr val="000000"/>
                </a:solidFill>
                <a:latin typeface="Arial"/>
                <a:ea typeface="Arial"/>
                <a:cs typeface="Arial"/>
                <a:sym typeface="Arial"/>
              </a:rPr>
              <a:t>, y</a:t>
            </a:r>
            <a:r>
              <a:rPr b="0" baseline="-25000" i="0" lang="en" sz="1400" u="none" cap="none" strike="noStrike">
                <a:solidFill>
                  <a:srgbClr val="000000"/>
                </a:solidFill>
                <a:latin typeface="Arial"/>
                <a:ea typeface="Arial"/>
                <a:cs typeface="Arial"/>
                <a:sym typeface="Arial"/>
              </a:rPr>
              <a:t>n</a:t>
            </a: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42" name="Google Shape;542;p98"/>
          <p:cNvSpPr/>
          <p:nvPr/>
        </p:nvSpPr>
        <p:spPr>
          <a:xfrm>
            <a:off x="3265975" y="2460400"/>
            <a:ext cx="3158100" cy="7320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 (x, y ; params)</a:t>
            </a:r>
            <a:endParaRPr b="0" i="0" sz="1400" u="none" cap="none" strike="noStrike">
              <a:solidFill>
                <a:srgbClr val="000000"/>
              </a:solidFill>
              <a:latin typeface="Arial"/>
              <a:ea typeface="Arial"/>
              <a:cs typeface="Arial"/>
              <a:sym typeface="Arial"/>
            </a:endParaRPr>
          </a:p>
        </p:txBody>
      </p:sp>
      <p:sp>
        <p:nvSpPr>
          <p:cNvPr id="543" name="Google Shape;543;p98"/>
          <p:cNvSpPr txBox="1"/>
          <p:nvPr/>
        </p:nvSpPr>
        <p:spPr>
          <a:xfrm>
            <a:off x="857775" y="2629600"/>
            <a:ext cx="10623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x</a:t>
            </a:r>
            <a:endParaRPr b="0" i="0" sz="1800" u="none" cap="none" strike="noStrike">
              <a:solidFill>
                <a:srgbClr val="595959"/>
              </a:solidFill>
              <a:latin typeface="Arial"/>
              <a:ea typeface="Arial"/>
              <a:cs typeface="Arial"/>
              <a:sym typeface="Arial"/>
            </a:endParaRPr>
          </a:p>
        </p:txBody>
      </p:sp>
      <p:cxnSp>
        <p:nvCxnSpPr>
          <p:cNvPr id="544" name="Google Shape;544;p98"/>
          <p:cNvCxnSpPr>
            <a:stCxn id="543" idx="3"/>
            <a:endCxn id="542" idx="1"/>
          </p:cNvCxnSpPr>
          <p:nvPr/>
        </p:nvCxnSpPr>
        <p:spPr>
          <a:xfrm>
            <a:off x="1920075" y="2826400"/>
            <a:ext cx="1345800" cy="0"/>
          </a:xfrm>
          <a:prstGeom prst="straightConnector1">
            <a:avLst/>
          </a:prstGeom>
          <a:noFill/>
          <a:ln cap="flat" cmpd="sng" w="9525">
            <a:solidFill>
              <a:srgbClr val="595959"/>
            </a:solidFill>
            <a:prstDash val="solid"/>
            <a:round/>
            <a:headEnd len="sm" w="sm" type="none"/>
            <a:tailEnd len="med" w="med" type="triangle"/>
          </a:ln>
        </p:spPr>
      </p:cxnSp>
      <p:sp>
        <p:nvSpPr>
          <p:cNvPr id="545" name="Google Shape;545;p98"/>
          <p:cNvSpPr txBox="1"/>
          <p:nvPr/>
        </p:nvSpPr>
        <p:spPr>
          <a:xfrm>
            <a:off x="7769975" y="2629600"/>
            <a:ext cx="10623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ŷ</a:t>
            </a:r>
            <a:endParaRPr b="0" i="0" sz="1800" u="none" cap="none" strike="noStrike">
              <a:solidFill>
                <a:srgbClr val="595959"/>
              </a:solidFill>
              <a:latin typeface="Arial"/>
              <a:ea typeface="Arial"/>
              <a:cs typeface="Arial"/>
              <a:sym typeface="Arial"/>
            </a:endParaRPr>
          </a:p>
        </p:txBody>
      </p:sp>
      <p:cxnSp>
        <p:nvCxnSpPr>
          <p:cNvPr id="546" name="Google Shape;546;p98"/>
          <p:cNvCxnSpPr>
            <a:stCxn id="542" idx="3"/>
            <a:endCxn id="545" idx="1"/>
          </p:cNvCxnSpPr>
          <p:nvPr/>
        </p:nvCxnSpPr>
        <p:spPr>
          <a:xfrm>
            <a:off x="6424075" y="2826400"/>
            <a:ext cx="1345800" cy="0"/>
          </a:xfrm>
          <a:prstGeom prst="straightConnector1">
            <a:avLst/>
          </a:prstGeom>
          <a:noFill/>
          <a:ln cap="flat" cmpd="sng" w="9525">
            <a:solidFill>
              <a:srgbClr val="595959"/>
            </a:solidFill>
            <a:prstDash val="solid"/>
            <a:round/>
            <a:headEnd len="sm" w="sm" type="none"/>
            <a:tailEnd len="med" w="med" type="triangle"/>
          </a:ln>
        </p:spPr>
      </p:cxnSp>
      <p:cxnSp>
        <p:nvCxnSpPr>
          <p:cNvPr id="547" name="Google Shape;547;p98"/>
          <p:cNvCxnSpPr>
            <a:stCxn id="541" idx="1"/>
            <a:endCxn id="542" idx="0"/>
          </p:cNvCxnSpPr>
          <p:nvPr/>
        </p:nvCxnSpPr>
        <p:spPr>
          <a:xfrm>
            <a:off x="4845027" y="1884424"/>
            <a:ext cx="0" cy="576000"/>
          </a:xfrm>
          <a:prstGeom prst="straightConnector1">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9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t>Linear Regression</a:t>
            </a:r>
            <a:endParaRPr/>
          </a:p>
        </p:txBody>
      </p:sp>
      <p:sp>
        <p:nvSpPr>
          <p:cNvPr id="553" name="Google Shape;553;p99"/>
          <p:cNvSpPr txBox="1"/>
          <p:nvPr/>
        </p:nvSpPr>
        <p:spPr>
          <a:xfrm>
            <a:off x="155200" y="782100"/>
            <a:ext cx="4691700" cy="4043700"/>
          </a:xfrm>
          <a:prstGeom prst="rect">
            <a:avLst/>
          </a:prstGeom>
          <a:noFill/>
          <a:ln>
            <a:noFill/>
          </a:ln>
        </p:spPr>
        <p:txBody>
          <a:bodyPr anchorCtr="0" anchor="t" bIns="45700" lIns="54850" spcFirstLastPara="1" rIns="91425" wrap="square" tIns="91425">
            <a:normAutofit lnSpcReduction="10000"/>
          </a:bodyPr>
          <a:lstStyle/>
          <a:p>
            <a:pPr indent="0" lvl="0" marL="279082" marR="0" rtl="0" algn="l">
              <a:lnSpc>
                <a:spcPct val="90000"/>
              </a:lnSpc>
              <a:spcBef>
                <a:spcPts val="120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90000"/>
              </a:lnSpc>
              <a:spcBef>
                <a:spcPts val="120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260666" lvl="0" marL="400050" marR="0" rtl="0" algn="l">
              <a:lnSpc>
                <a:spcPct val="90000"/>
              </a:lnSpc>
              <a:spcBef>
                <a:spcPts val="1200"/>
              </a:spcBef>
              <a:spcAft>
                <a:spcPts val="0"/>
              </a:spcAft>
              <a:buClr>
                <a:srgbClr val="0D5097"/>
              </a:buClr>
              <a:buSzPts val="2200"/>
              <a:buFont typeface="Arial"/>
              <a:buChar char="▪"/>
            </a:pPr>
            <a:r>
              <a:rPr b="0" i="0" lang="en" sz="2200" u="none" cap="none" strike="noStrike">
                <a:solidFill>
                  <a:srgbClr val="000000"/>
                </a:solidFill>
                <a:latin typeface="Arial"/>
                <a:ea typeface="Arial"/>
                <a:cs typeface="Arial"/>
                <a:sym typeface="Arial"/>
              </a:rPr>
              <a:t>What type of relationship does the plot look like to you?</a:t>
            </a:r>
            <a:endParaRPr b="0" i="0" sz="2200" u="none" cap="none" strike="noStrike">
              <a:solidFill>
                <a:srgbClr val="000000"/>
              </a:solidFill>
              <a:latin typeface="Arial"/>
              <a:ea typeface="Arial"/>
              <a:cs typeface="Arial"/>
              <a:sym typeface="Arial"/>
            </a:endParaRPr>
          </a:p>
          <a:p>
            <a:pPr indent="-242886" lvl="0" marL="400050" marR="0" rtl="0" algn="l">
              <a:lnSpc>
                <a:spcPct val="90000"/>
              </a:lnSpc>
              <a:spcBef>
                <a:spcPts val="1200"/>
              </a:spcBef>
              <a:spcAft>
                <a:spcPts val="0"/>
              </a:spcAft>
              <a:buClr>
                <a:srgbClr val="0D5097"/>
              </a:buClr>
              <a:buSzPts val="1920"/>
              <a:buFont typeface="Arial"/>
              <a:buChar char="▪"/>
            </a:pPr>
            <a:r>
              <a:rPr b="0" i="0" lang="en" sz="2200" u="none" cap="none" strike="noStrike">
                <a:solidFill>
                  <a:srgbClr val="000000"/>
                </a:solidFill>
                <a:latin typeface="Arial"/>
                <a:ea typeface="Arial"/>
                <a:cs typeface="Arial"/>
                <a:sym typeface="Arial"/>
              </a:rPr>
              <a:t>Can you guess what the parameters for </a:t>
            </a:r>
            <a:r>
              <a:rPr b="0" i="1" lang="en" sz="2200" u="none" cap="none" strike="noStrike">
                <a:solidFill>
                  <a:srgbClr val="000000"/>
                </a:solidFill>
                <a:latin typeface="Arial"/>
                <a:ea typeface="Arial"/>
                <a:cs typeface="Arial"/>
                <a:sym typeface="Arial"/>
              </a:rPr>
              <a:t>m</a:t>
            </a:r>
            <a:r>
              <a:rPr b="0" i="0" lang="en" sz="2200" u="none" cap="none" strike="noStrike">
                <a:solidFill>
                  <a:srgbClr val="000000"/>
                </a:solidFill>
                <a:latin typeface="Arial"/>
                <a:ea typeface="Arial"/>
                <a:cs typeface="Arial"/>
                <a:sym typeface="Arial"/>
              </a:rPr>
              <a:t> and </a:t>
            </a:r>
            <a:r>
              <a:rPr b="0" i="1" lang="en" sz="2200" u="none" cap="none" strike="noStrike">
                <a:solidFill>
                  <a:srgbClr val="000000"/>
                </a:solidFill>
                <a:latin typeface="Arial"/>
                <a:ea typeface="Arial"/>
                <a:cs typeface="Arial"/>
                <a:sym typeface="Arial"/>
              </a:rPr>
              <a:t>b</a:t>
            </a:r>
            <a:r>
              <a:rPr b="0" i="0" lang="en" sz="2200" u="none" cap="none" strike="noStrike">
                <a:solidFill>
                  <a:srgbClr val="000000"/>
                </a:solidFill>
                <a:latin typeface="Arial"/>
                <a:ea typeface="Arial"/>
                <a:cs typeface="Arial"/>
                <a:sym typeface="Arial"/>
              </a:rPr>
              <a:t> are?</a:t>
            </a:r>
            <a:br>
              <a:rPr b="0" i="0" lang="en" sz="2200" u="none" cap="none" strike="noStrike">
                <a:solidFill>
                  <a:srgbClr val="000000"/>
                </a:solidFill>
                <a:latin typeface="Arial"/>
                <a:ea typeface="Arial"/>
                <a:cs typeface="Arial"/>
                <a:sym typeface="Arial"/>
              </a:rPr>
            </a:br>
            <a:br>
              <a:rPr b="0" i="0" lang="en" sz="2200" u="none" cap="none" strike="noStrike">
                <a:solidFill>
                  <a:srgbClr val="000000"/>
                </a:solidFill>
                <a:latin typeface="Arial"/>
                <a:ea typeface="Arial"/>
                <a:cs typeface="Arial"/>
                <a:sym typeface="Arial"/>
              </a:rPr>
            </a:br>
            <a:br>
              <a:rPr b="0" i="0" lang="en" sz="2200" u="none" cap="none" strike="noStrike">
                <a:solidFill>
                  <a:srgbClr val="000000"/>
                </a:solidFill>
                <a:latin typeface="Arial"/>
                <a:ea typeface="Arial"/>
                <a:cs typeface="Arial"/>
                <a:sym typeface="Arial"/>
              </a:rPr>
            </a:br>
            <a:br>
              <a:rPr b="0" i="0" lang="en" sz="2200" u="none" cap="none" strike="noStrike">
                <a:solidFill>
                  <a:srgbClr val="000000"/>
                </a:solidFill>
                <a:latin typeface="Arial"/>
                <a:ea typeface="Arial"/>
                <a:cs typeface="Arial"/>
                <a:sym typeface="Arial"/>
              </a:rPr>
            </a:br>
            <a:br>
              <a:rPr b="0" i="0" lang="en" sz="2200" u="none" cap="none" strike="noStrike">
                <a:solidFill>
                  <a:srgbClr val="000000"/>
                </a:solidFill>
                <a:latin typeface="Arial"/>
                <a:ea typeface="Arial"/>
                <a:cs typeface="Arial"/>
                <a:sym typeface="Arial"/>
              </a:rPr>
            </a:br>
            <a:endParaRPr b="0" i="0" sz="2200" u="none" cap="none" strike="noStrike">
              <a:solidFill>
                <a:srgbClr val="000000"/>
              </a:solidFill>
              <a:latin typeface="Arial"/>
              <a:ea typeface="Arial"/>
              <a:cs typeface="Arial"/>
              <a:sym typeface="Arial"/>
            </a:endParaRPr>
          </a:p>
          <a:p>
            <a:pPr indent="-260666" lvl="0" marL="400050" marR="0" rtl="0" algn="l">
              <a:lnSpc>
                <a:spcPct val="90000"/>
              </a:lnSpc>
              <a:spcBef>
                <a:spcPts val="1200"/>
              </a:spcBef>
              <a:spcAft>
                <a:spcPts val="0"/>
              </a:spcAft>
              <a:buClr>
                <a:srgbClr val="0D5097"/>
              </a:buClr>
              <a:buSzPts val="2200"/>
              <a:buFont typeface="Noto Sans Symbols"/>
              <a:buChar char="▪"/>
            </a:pPr>
            <a:r>
              <a:rPr b="0" i="0" lang="en" sz="2200" u="none" cap="none" strike="noStrike">
                <a:solidFill>
                  <a:srgbClr val="000000"/>
                </a:solidFill>
                <a:latin typeface="Arial"/>
                <a:ea typeface="Arial"/>
                <a:cs typeface="Arial"/>
                <a:sym typeface="Arial"/>
              </a:rPr>
              <a:t>How would you solve for them?</a:t>
            </a:r>
            <a:endParaRPr b="0" i="0" sz="2200" u="none" cap="none" strike="noStrike">
              <a:solidFill>
                <a:srgbClr val="000000"/>
              </a:solidFill>
              <a:latin typeface="Arial"/>
              <a:ea typeface="Arial"/>
              <a:cs typeface="Arial"/>
              <a:sym typeface="Arial"/>
            </a:endParaRPr>
          </a:p>
        </p:txBody>
      </p:sp>
      <p:pic>
        <p:nvPicPr>
          <p:cNvPr id="554" name="Google Shape;554;p99"/>
          <p:cNvPicPr preferRelativeResize="0"/>
          <p:nvPr/>
        </p:nvPicPr>
        <p:blipFill rotWithShape="1">
          <a:blip r:embed="rId3">
            <a:alphaModFix/>
          </a:blip>
          <a:srcRect b="0" l="0" r="0" t="0"/>
          <a:stretch/>
        </p:blipFill>
        <p:spPr>
          <a:xfrm>
            <a:off x="4781850" y="1713247"/>
            <a:ext cx="4200767" cy="2814727"/>
          </a:xfrm>
          <a:prstGeom prst="rect">
            <a:avLst/>
          </a:prstGeom>
          <a:noFill/>
          <a:ln>
            <a:noFill/>
          </a:ln>
        </p:spPr>
      </p:pic>
      <p:pic>
        <p:nvPicPr>
          <p:cNvPr id="555" name="Google Shape;555;p99"/>
          <p:cNvPicPr preferRelativeResize="0"/>
          <p:nvPr/>
        </p:nvPicPr>
        <p:blipFill rotWithShape="1">
          <a:blip r:embed="rId4">
            <a:alphaModFix/>
          </a:blip>
          <a:srcRect b="0" l="0" r="0" t="0"/>
          <a:stretch/>
        </p:blipFill>
        <p:spPr>
          <a:xfrm>
            <a:off x="1075244" y="3342962"/>
            <a:ext cx="2851607" cy="587686"/>
          </a:xfrm>
          <a:prstGeom prst="rect">
            <a:avLst/>
          </a:prstGeom>
          <a:noFill/>
          <a:ln>
            <a:noFill/>
          </a:ln>
        </p:spPr>
      </p:pic>
      <p:pic>
        <p:nvPicPr>
          <p:cNvPr id="556" name="Google Shape;556;p99"/>
          <p:cNvPicPr preferRelativeResize="0"/>
          <p:nvPr/>
        </p:nvPicPr>
        <p:blipFill rotWithShape="1">
          <a:blip r:embed="rId5">
            <a:alphaModFix/>
          </a:blip>
          <a:srcRect b="0" l="0" r="0" t="0"/>
          <a:stretch/>
        </p:blipFill>
        <p:spPr>
          <a:xfrm>
            <a:off x="814414" y="729609"/>
            <a:ext cx="7515175" cy="56013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0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Loss Functions and Gradient Descent</a:t>
            </a:r>
            <a:endParaRPr b="0" i="0" sz="1400" u="none" cap="none" strike="noStrike">
              <a:solidFill>
                <a:srgbClr val="000000"/>
              </a:solidFill>
              <a:latin typeface="Arial"/>
              <a:ea typeface="Arial"/>
              <a:cs typeface="Arial"/>
              <a:sym typeface="Arial"/>
            </a:endParaRPr>
          </a:p>
        </p:txBody>
      </p:sp>
      <p:cxnSp>
        <p:nvCxnSpPr>
          <p:cNvPr id="562" name="Google Shape;562;p100"/>
          <p:cNvCxnSpPr/>
          <p:nvPr/>
        </p:nvCxnSpPr>
        <p:spPr>
          <a:xfrm rot="10800000">
            <a:off x="3039722" y="620009"/>
            <a:ext cx="9900" cy="2490900"/>
          </a:xfrm>
          <a:prstGeom prst="straightConnector1">
            <a:avLst/>
          </a:prstGeom>
          <a:noFill/>
          <a:ln cap="flat" cmpd="sng" w="25400">
            <a:solidFill>
              <a:srgbClr val="000000"/>
            </a:solidFill>
            <a:prstDash val="solid"/>
            <a:round/>
            <a:headEnd len="sm" w="sm" type="none"/>
            <a:tailEnd len="med" w="med" type="stealth"/>
          </a:ln>
        </p:spPr>
      </p:cxnSp>
      <p:cxnSp>
        <p:nvCxnSpPr>
          <p:cNvPr id="563" name="Google Shape;563;p100"/>
          <p:cNvCxnSpPr/>
          <p:nvPr/>
        </p:nvCxnSpPr>
        <p:spPr>
          <a:xfrm>
            <a:off x="2990271" y="3053203"/>
            <a:ext cx="3709500" cy="0"/>
          </a:xfrm>
          <a:prstGeom prst="straightConnector1">
            <a:avLst/>
          </a:prstGeom>
          <a:noFill/>
          <a:ln cap="flat" cmpd="sng" w="25400">
            <a:solidFill>
              <a:srgbClr val="000000"/>
            </a:solidFill>
            <a:prstDash val="solid"/>
            <a:round/>
            <a:headEnd len="sm" w="sm" type="none"/>
            <a:tailEnd len="med" w="med" type="stealth"/>
          </a:ln>
        </p:spPr>
      </p:cxnSp>
      <p:pic>
        <p:nvPicPr>
          <p:cNvPr id="564" name="Google Shape;564;p100"/>
          <p:cNvPicPr preferRelativeResize="0"/>
          <p:nvPr/>
        </p:nvPicPr>
        <p:blipFill rotWithShape="1">
          <a:blip r:embed="rId3">
            <a:alphaModFix/>
          </a:blip>
          <a:srcRect b="0" l="0" r="54164" t="13502"/>
          <a:stretch/>
        </p:blipFill>
        <p:spPr>
          <a:xfrm>
            <a:off x="2023752" y="1129726"/>
            <a:ext cx="916217" cy="346444"/>
          </a:xfrm>
          <a:prstGeom prst="rect">
            <a:avLst/>
          </a:prstGeom>
          <a:noFill/>
          <a:ln>
            <a:noFill/>
          </a:ln>
        </p:spPr>
      </p:pic>
      <p:pic>
        <p:nvPicPr>
          <p:cNvPr id="565" name="Google Shape;565;p100"/>
          <p:cNvPicPr preferRelativeResize="0"/>
          <p:nvPr/>
        </p:nvPicPr>
        <p:blipFill rotWithShape="1">
          <a:blip r:embed="rId4">
            <a:alphaModFix/>
          </a:blip>
          <a:srcRect b="0" l="83624" r="0" t="29582"/>
          <a:stretch/>
        </p:blipFill>
        <p:spPr>
          <a:xfrm>
            <a:off x="2801479" y="2546408"/>
            <a:ext cx="327338" cy="282048"/>
          </a:xfrm>
          <a:prstGeom prst="rect">
            <a:avLst/>
          </a:prstGeom>
          <a:noFill/>
          <a:ln>
            <a:noFill/>
          </a:ln>
        </p:spPr>
      </p:pic>
      <p:pic>
        <p:nvPicPr>
          <p:cNvPr id="566" name="Google Shape;566;p100"/>
          <p:cNvPicPr preferRelativeResize="0"/>
          <p:nvPr/>
        </p:nvPicPr>
        <p:blipFill rotWithShape="1">
          <a:blip r:embed="rId5">
            <a:alphaModFix/>
          </a:blip>
          <a:srcRect b="0" l="67246" r="22671" t="13502"/>
          <a:stretch/>
        </p:blipFill>
        <p:spPr>
          <a:xfrm>
            <a:off x="6650363" y="3077707"/>
            <a:ext cx="201439" cy="346443"/>
          </a:xfrm>
          <a:prstGeom prst="rect">
            <a:avLst/>
          </a:prstGeom>
          <a:noFill/>
          <a:ln>
            <a:noFill/>
          </a:ln>
        </p:spPr>
      </p:pic>
      <p:sp>
        <p:nvSpPr>
          <p:cNvPr id="567" name="Google Shape;567;p100"/>
          <p:cNvSpPr/>
          <p:nvPr/>
        </p:nvSpPr>
        <p:spPr>
          <a:xfrm rot="2671723">
            <a:off x="3129246" y="2615952"/>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68" name="Google Shape;568;p100"/>
          <p:cNvSpPr/>
          <p:nvPr/>
        </p:nvSpPr>
        <p:spPr>
          <a:xfrm rot="2671723">
            <a:off x="3503156" y="2133160"/>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69" name="Google Shape;569;p100"/>
          <p:cNvSpPr/>
          <p:nvPr/>
        </p:nvSpPr>
        <p:spPr>
          <a:xfrm rot="2671723">
            <a:off x="3976504" y="1860937"/>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70" name="Google Shape;570;p100"/>
          <p:cNvSpPr/>
          <p:nvPr/>
        </p:nvSpPr>
        <p:spPr>
          <a:xfrm rot="2671723">
            <a:off x="4060426" y="2445674"/>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71" name="Google Shape;571;p100"/>
          <p:cNvSpPr/>
          <p:nvPr/>
        </p:nvSpPr>
        <p:spPr>
          <a:xfrm rot="2671723">
            <a:off x="4574384" y="2508034"/>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72" name="Google Shape;572;p100"/>
          <p:cNvSpPr/>
          <p:nvPr/>
        </p:nvSpPr>
        <p:spPr>
          <a:xfrm rot="2671723">
            <a:off x="4438794" y="1728353"/>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73" name="Google Shape;573;p100"/>
          <p:cNvSpPr/>
          <p:nvPr/>
        </p:nvSpPr>
        <p:spPr>
          <a:xfrm rot="2671723">
            <a:off x="5133736" y="2260211"/>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74" name="Google Shape;574;p100"/>
          <p:cNvSpPr/>
          <p:nvPr/>
        </p:nvSpPr>
        <p:spPr>
          <a:xfrm rot="2671723">
            <a:off x="5141232" y="1282983"/>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75" name="Google Shape;575;p100"/>
          <p:cNvSpPr/>
          <p:nvPr/>
        </p:nvSpPr>
        <p:spPr>
          <a:xfrm rot="2671723">
            <a:off x="5653626" y="1935040"/>
            <a:ext cx="361061" cy="361061"/>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576" name="Google Shape;576;p100"/>
          <p:cNvSpPr txBox="1"/>
          <p:nvPr/>
        </p:nvSpPr>
        <p:spPr>
          <a:xfrm>
            <a:off x="4385010" y="3130141"/>
            <a:ext cx="171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Proximity to city center</a:t>
            </a:r>
            <a:endParaRPr b="0" i="0" sz="1800" u="none" cap="none" strike="noStrike">
              <a:solidFill>
                <a:srgbClr val="000000"/>
              </a:solidFill>
              <a:latin typeface="Corbel"/>
              <a:ea typeface="Corbel"/>
              <a:cs typeface="Corbel"/>
              <a:sym typeface="Corbel"/>
            </a:endParaRPr>
          </a:p>
        </p:txBody>
      </p:sp>
      <p:sp>
        <p:nvSpPr>
          <p:cNvPr id="577" name="Google Shape;577;p100"/>
          <p:cNvSpPr txBox="1"/>
          <p:nvPr/>
        </p:nvSpPr>
        <p:spPr>
          <a:xfrm>
            <a:off x="1563876" y="1579820"/>
            <a:ext cx="1465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Housing Prices</a:t>
            </a:r>
            <a:endParaRPr b="0" i="0" sz="1400" u="none" cap="none" strike="noStrike">
              <a:solidFill>
                <a:srgbClr val="000000"/>
              </a:solidFill>
              <a:latin typeface="Arial"/>
              <a:ea typeface="Arial"/>
              <a:cs typeface="Arial"/>
              <a:sym typeface="Arial"/>
            </a:endParaRPr>
          </a:p>
        </p:txBody>
      </p:sp>
      <p:grpSp>
        <p:nvGrpSpPr>
          <p:cNvPr id="578" name="Google Shape;578;p100"/>
          <p:cNvGrpSpPr/>
          <p:nvPr/>
        </p:nvGrpSpPr>
        <p:grpSpPr>
          <a:xfrm>
            <a:off x="2965168" y="1155714"/>
            <a:ext cx="4614958" cy="1672525"/>
            <a:chOff x="2363052" y="2239616"/>
            <a:chExt cx="6583393" cy="2454182"/>
          </a:xfrm>
        </p:grpSpPr>
        <p:cxnSp>
          <p:nvCxnSpPr>
            <p:cNvPr id="579" name="Google Shape;579;p100"/>
            <p:cNvCxnSpPr/>
            <p:nvPr/>
          </p:nvCxnSpPr>
          <p:spPr>
            <a:xfrm flipH="1" rot="10800000">
              <a:off x="2363052" y="2906998"/>
              <a:ext cx="4678500" cy="1786800"/>
            </a:xfrm>
            <a:prstGeom prst="straightConnector1">
              <a:avLst/>
            </a:prstGeom>
            <a:noFill/>
            <a:ln cap="flat" cmpd="sng" w="50800">
              <a:solidFill>
                <a:srgbClr val="FF0000"/>
              </a:solidFill>
              <a:prstDash val="solid"/>
              <a:round/>
              <a:headEnd len="sm" w="sm" type="none"/>
              <a:tailEnd len="sm" w="sm" type="none"/>
            </a:ln>
          </p:spPr>
        </p:cxnSp>
        <p:pic>
          <p:nvPicPr>
            <p:cNvPr id="580" name="Google Shape;580;p100"/>
            <p:cNvPicPr preferRelativeResize="0"/>
            <p:nvPr/>
          </p:nvPicPr>
          <p:blipFill rotWithShape="1">
            <a:blip r:embed="rId6">
              <a:alphaModFix/>
            </a:blip>
            <a:srcRect b="0" l="0" r="0" t="0"/>
            <a:stretch/>
          </p:blipFill>
          <p:spPr>
            <a:xfrm>
              <a:off x="6094838" y="2239616"/>
              <a:ext cx="2851607" cy="587686"/>
            </a:xfrm>
            <a:prstGeom prst="rect">
              <a:avLst/>
            </a:prstGeom>
            <a:noFill/>
            <a:ln>
              <a:noFill/>
            </a:ln>
          </p:spPr>
        </p:pic>
      </p:grpSp>
      <p:grpSp>
        <p:nvGrpSpPr>
          <p:cNvPr id="581" name="Google Shape;581;p100"/>
          <p:cNvGrpSpPr/>
          <p:nvPr/>
        </p:nvGrpSpPr>
        <p:grpSpPr>
          <a:xfrm>
            <a:off x="3318990" y="1500734"/>
            <a:ext cx="2515999" cy="1288756"/>
            <a:chOff x="2867790" y="2745881"/>
            <a:chExt cx="3589157" cy="1891058"/>
          </a:xfrm>
        </p:grpSpPr>
        <p:cxnSp>
          <p:nvCxnSpPr>
            <p:cNvPr id="582" name="Google Shape;582;p100"/>
            <p:cNvCxnSpPr/>
            <p:nvPr/>
          </p:nvCxnSpPr>
          <p:spPr>
            <a:xfrm flipH="1">
              <a:off x="6443447" y="3154947"/>
              <a:ext cx="13500" cy="494700"/>
            </a:xfrm>
            <a:prstGeom prst="straightConnector1">
              <a:avLst/>
            </a:prstGeom>
            <a:noFill/>
            <a:ln cap="flat" cmpd="sng" w="25400">
              <a:solidFill>
                <a:srgbClr val="000000"/>
              </a:solidFill>
              <a:prstDash val="solid"/>
              <a:round/>
              <a:headEnd len="med" w="med" type="oval"/>
              <a:tailEnd len="med" w="med" type="oval"/>
            </a:ln>
          </p:spPr>
        </p:cxnSp>
        <p:cxnSp>
          <p:nvCxnSpPr>
            <p:cNvPr id="583" name="Google Shape;583;p100"/>
            <p:cNvCxnSpPr/>
            <p:nvPr/>
          </p:nvCxnSpPr>
          <p:spPr>
            <a:xfrm>
              <a:off x="5727032" y="2745881"/>
              <a:ext cx="4200" cy="698700"/>
            </a:xfrm>
            <a:prstGeom prst="straightConnector1">
              <a:avLst/>
            </a:prstGeom>
            <a:noFill/>
            <a:ln cap="flat" cmpd="sng" w="25400">
              <a:solidFill>
                <a:srgbClr val="000000"/>
              </a:solidFill>
              <a:prstDash val="solid"/>
              <a:round/>
              <a:headEnd len="med" w="med" type="oval"/>
              <a:tailEnd len="med" w="med" type="oval"/>
            </a:ln>
          </p:spPr>
        </p:cxnSp>
        <p:cxnSp>
          <p:nvCxnSpPr>
            <p:cNvPr id="584" name="Google Shape;584;p100"/>
            <p:cNvCxnSpPr/>
            <p:nvPr/>
          </p:nvCxnSpPr>
          <p:spPr>
            <a:xfrm>
              <a:off x="5715567" y="3348882"/>
              <a:ext cx="4200" cy="698700"/>
            </a:xfrm>
            <a:prstGeom prst="straightConnector1">
              <a:avLst/>
            </a:prstGeom>
            <a:noFill/>
            <a:ln cap="flat" cmpd="sng" w="25400">
              <a:solidFill>
                <a:srgbClr val="000000"/>
              </a:solidFill>
              <a:prstDash val="solid"/>
              <a:round/>
              <a:headEnd len="med" w="med" type="oval"/>
              <a:tailEnd len="med" w="med" type="oval"/>
            </a:ln>
          </p:spPr>
        </p:cxnSp>
        <p:cxnSp>
          <p:nvCxnSpPr>
            <p:cNvPr id="585" name="Google Shape;585;p100"/>
            <p:cNvCxnSpPr/>
            <p:nvPr/>
          </p:nvCxnSpPr>
          <p:spPr>
            <a:xfrm>
              <a:off x="4898433" y="3719755"/>
              <a:ext cx="4200" cy="698700"/>
            </a:xfrm>
            <a:prstGeom prst="straightConnector1">
              <a:avLst/>
            </a:prstGeom>
            <a:noFill/>
            <a:ln cap="flat" cmpd="sng" w="25400">
              <a:solidFill>
                <a:srgbClr val="000000"/>
              </a:solidFill>
              <a:prstDash val="solid"/>
              <a:round/>
              <a:headEnd len="med" w="med" type="oval"/>
              <a:tailEnd len="med" w="med" type="oval"/>
            </a:ln>
          </p:spPr>
        </p:cxnSp>
        <p:cxnSp>
          <p:nvCxnSpPr>
            <p:cNvPr id="586" name="Google Shape;586;p100"/>
            <p:cNvCxnSpPr/>
            <p:nvPr/>
          </p:nvCxnSpPr>
          <p:spPr>
            <a:xfrm>
              <a:off x="3369028" y="3979192"/>
              <a:ext cx="3900" cy="335700"/>
            </a:xfrm>
            <a:prstGeom prst="straightConnector1">
              <a:avLst/>
            </a:prstGeom>
            <a:noFill/>
            <a:ln cap="flat" cmpd="sng" w="25400">
              <a:solidFill>
                <a:srgbClr val="000000"/>
              </a:solidFill>
              <a:prstDash val="solid"/>
              <a:round/>
              <a:headEnd len="med" w="med" type="oval"/>
              <a:tailEnd len="med" w="med" type="oval"/>
            </a:ln>
          </p:spPr>
        </p:cxnSp>
        <p:cxnSp>
          <p:nvCxnSpPr>
            <p:cNvPr id="587" name="Google Shape;587;p100"/>
            <p:cNvCxnSpPr/>
            <p:nvPr/>
          </p:nvCxnSpPr>
          <p:spPr>
            <a:xfrm>
              <a:off x="4053989" y="3571755"/>
              <a:ext cx="15300" cy="429000"/>
            </a:xfrm>
            <a:prstGeom prst="straightConnector1">
              <a:avLst/>
            </a:prstGeom>
            <a:noFill/>
            <a:ln cap="flat" cmpd="sng" w="25400">
              <a:solidFill>
                <a:srgbClr val="000000"/>
              </a:solidFill>
              <a:prstDash val="solid"/>
              <a:round/>
              <a:headEnd len="med" w="med" type="oval"/>
              <a:tailEnd len="med" w="med" type="oval"/>
            </a:ln>
          </p:spPr>
        </p:cxnSp>
        <p:cxnSp>
          <p:nvCxnSpPr>
            <p:cNvPr id="588" name="Google Shape;588;p100"/>
            <p:cNvCxnSpPr/>
            <p:nvPr/>
          </p:nvCxnSpPr>
          <p:spPr>
            <a:xfrm>
              <a:off x="4697983" y="3396445"/>
              <a:ext cx="15300" cy="429000"/>
            </a:xfrm>
            <a:prstGeom prst="straightConnector1">
              <a:avLst/>
            </a:prstGeom>
            <a:noFill/>
            <a:ln cap="flat" cmpd="sng" w="25400">
              <a:solidFill>
                <a:srgbClr val="000000"/>
              </a:solidFill>
              <a:prstDash val="solid"/>
              <a:round/>
              <a:headEnd len="med" w="med" type="oval"/>
              <a:tailEnd len="med" w="med" type="oval"/>
            </a:ln>
          </p:spPr>
        </p:cxnSp>
        <p:cxnSp>
          <p:nvCxnSpPr>
            <p:cNvPr id="589" name="Google Shape;589;p100"/>
            <p:cNvCxnSpPr/>
            <p:nvPr/>
          </p:nvCxnSpPr>
          <p:spPr>
            <a:xfrm flipH="1">
              <a:off x="2867790" y="4465039"/>
              <a:ext cx="13500" cy="171900"/>
            </a:xfrm>
            <a:prstGeom prst="straightConnector1">
              <a:avLst/>
            </a:prstGeom>
            <a:noFill/>
            <a:ln cap="flat" cmpd="sng" w="25400">
              <a:solidFill>
                <a:srgbClr val="000000"/>
              </a:solidFill>
              <a:prstDash val="solid"/>
              <a:round/>
              <a:headEnd len="med" w="med" type="oval"/>
              <a:tailEnd len="med" w="med" type="oval"/>
            </a:ln>
          </p:spPr>
        </p:cxnSp>
      </p:grpSp>
      <p:sp>
        <p:nvSpPr>
          <p:cNvPr id="590" name="Google Shape;590;p100"/>
          <p:cNvSpPr txBox="1"/>
          <p:nvPr/>
        </p:nvSpPr>
        <p:spPr>
          <a:xfrm>
            <a:off x="1218775" y="4028875"/>
            <a:ext cx="6326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Consider, we’d like to minimize the distance to our prediction if it lies on a 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What might the cost function look like?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10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Defined Cost Function</a:t>
            </a:r>
            <a:endParaRPr b="0" i="0" sz="1400" u="none" cap="none" strike="noStrike">
              <a:solidFill>
                <a:srgbClr val="000000"/>
              </a:solidFill>
              <a:latin typeface="Arial"/>
              <a:ea typeface="Arial"/>
              <a:cs typeface="Arial"/>
              <a:sym typeface="Arial"/>
            </a:endParaRPr>
          </a:p>
        </p:txBody>
      </p:sp>
      <p:sp>
        <p:nvSpPr>
          <p:cNvPr id="596" name="Google Shape;596;p101"/>
          <p:cNvSpPr txBox="1"/>
          <p:nvPr/>
        </p:nvSpPr>
        <p:spPr>
          <a:xfrm>
            <a:off x="414875" y="860776"/>
            <a:ext cx="8229600" cy="3229200"/>
          </a:xfrm>
          <a:prstGeom prst="rect">
            <a:avLst/>
          </a:prstGeom>
          <a:noFill/>
          <a:ln>
            <a:noFill/>
          </a:ln>
        </p:spPr>
        <p:txBody>
          <a:bodyPr anchorCtr="0" anchor="t" bIns="45700" lIns="54850" spcFirstLastPara="1" rIns="91425" wrap="square" tIns="91425">
            <a:normAutofit fontScale="70000" lnSpcReduction="20000"/>
          </a:bodyPr>
          <a:lstStyle/>
          <a:p>
            <a:pPr indent="-120967" lvl="0" marL="400050"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0" lvl="0" marL="119062"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ct val="100000"/>
              <a:buFont typeface="Arial"/>
              <a:buNone/>
            </a:pPr>
            <a:r>
              <a:t/>
            </a:r>
            <a:endParaRPr b="0" i="0" sz="23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0000"/>
              <a:buFont typeface="Arial"/>
              <a:buNone/>
            </a:pPr>
            <a:r>
              <a:rPr b="0" i="0" lang="en" sz="2300" u="none" cap="none" strike="noStrike">
                <a:solidFill>
                  <a:srgbClr val="000000"/>
                </a:solidFill>
                <a:latin typeface="Arial"/>
                <a:ea typeface="Arial"/>
                <a:cs typeface="Arial"/>
                <a:sym typeface="Arial"/>
              </a:rPr>
              <a:t>Mean Squared Error:</a:t>
            </a:r>
            <a:endParaRPr b="0" i="0" sz="2300" u="none" cap="none" strike="noStrike">
              <a:solidFill>
                <a:srgbClr val="000000"/>
              </a:solidFill>
              <a:latin typeface="Arial"/>
              <a:ea typeface="Arial"/>
              <a:cs typeface="Arial"/>
              <a:sym typeface="Arial"/>
            </a:endParaRPr>
          </a:p>
        </p:txBody>
      </p:sp>
      <p:grpSp>
        <p:nvGrpSpPr>
          <p:cNvPr id="597" name="Google Shape;597;p101"/>
          <p:cNvGrpSpPr/>
          <p:nvPr/>
        </p:nvGrpSpPr>
        <p:grpSpPr>
          <a:xfrm>
            <a:off x="2243466" y="558585"/>
            <a:ext cx="4192727" cy="3136577"/>
            <a:chOff x="2197769" y="1243275"/>
            <a:chExt cx="4160690" cy="3136577"/>
          </a:xfrm>
        </p:grpSpPr>
        <p:pic>
          <p:nvPicPr>
            <p:cNvPr id="598" name="Google Shape;598;p101"/>
            <p:cNvPicPr preferRelativeResize="0"/>
            <p:nvPr/>
          </p:nvPicPr>
          <p:blipFill rotWithShape="1">
            <a:blip r:embed="rId3">
              <a:alphaModFix/>
            </a:blip>
            <a:srcRect b="0" l="0" r="0" t="0"/>
            <a:stretch/>
          </p:blipFill>
          <p:spPr>
            <a:xfrm>
              <a:off x="2230522" y="1538717"/>
              <a:ext cx="4127937" cy="2765927"/>
            </a:xfrm>
            <a:prstGeom prst="rect">
              <a:avLst/>
            </a:prstGeom>
            <a:noFill/>
            <a:ln>
              <a:noFill/>
            </a:ln>
          </p:spPr>
        </p:pic>
        <p:sp>
          <p:nvSpPr>
            <p:cNvPr id="599" name="Google Shape;599;p101"/>
            <p:cNvSpPr txBox="1"/>
            <p:nvPr/>
          </p:nvSpPr>
          <p:spPr>
            <a:xfrm>
              <a:off x="4304635" y="4010552"/>
              <a:ext cx="289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x</a:t>
              </a:r>
              <a:endParaRPr b="0" i="0" sz="1800" u="none" cap="none" strike="noStrike">
                <a:solidFill>
                  <a:srgbClr val="000000"/>
                </a:solidFill>
                <a:latin typeface="Corbel"/>
                <a:ea typeface="Corbel"/>
                <a:cs typeface="Corbel"/>
                <a:sym typeface="Corbel"/>
              </a:endParaRPr>
            </a:p>
          </p:txBody>
        </p:sp>
        <p:sp>
          <p:nvSpPr>
            <p:cNvPr id="600" name="Google Shape;600;p101"/>
            <p:cNvSpPr txBox="1"/>
            <p:nvPr/>
          </p:nvSpPr>
          <p:spPr>
            <a:xfrm>
              <a:off x="2197769" y="2638947"/>
              <a:ext cx="295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y</a:t>
              </a:r>
              <a:endParaRPr b="0" i="0" sz="1400" u="none" cap="none" strike="noStrike">
                <a:solidFill>
                  <a:srgbClr val="000000"/>
                </a:solidFill>
                <a:latin typeface="Arial"/>
                <a:ea typeface="Arial"/>
                <a:cs typeface="Arial"/>
                <a:sym typeface="Arial"/>
              </a:endParaRPr>
            </a:p>
          </p:txBody>
        </p:sp>
        <p:sp>
          <p:nvSpPr>
            <p:cNvPr id="601" name="Google Shape;601;p101"/>
            <p:cNvSpPr txBox="1"/>
            <p:nvPr/>
          </p:nvSpPr>
          <p:spPr>
            <a:xfrm>
              <a:off x="2847474" y="1243275"/>
              <a:ext cx="308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Training Dataset</a:t>
              </a:r>
              <a:endParaRPr b="0" i="0" sz="1800" u="none" cap="none" strike="noStrike">
                <a:solidFill>
                  <a:srgbClr val="000000"/>
                </a:solidFill>
                <a:latin typeface="Arial"/>
                <a:ea typeface="Arial"/>
                <a:cs typeface="Arial"/>
                <a:sym typeface="Arial"/>
              </a:endParaRPr>
            </a:p>
          </p:txBody>
        </p:sp>
      </p:grpSp>
      <p:pic>
        <p:nvPicPr>
          <p:cNvPr id="602" name="Google Shape;602;p101"/>
          <p:cNvPicPr preferRelativeResize="0"/>
          <p:nvPr/>
        </p:nvPicPr>
        <p:blipFill rotWithShape="1">
          <a:blip r:embed="rId4">
            <a:alphaModFix/>
          </a:blip>
          <a:srcRect b="0" l="0" r="0" t="0"/>
          <a:stretch/>
        </p:blipFill>
        <p:spPr>
          <a:xfrm>
            <a:off x="2963630" y="3695155"/>
            <a:ext cx="4613304" cy="155675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are some cost functions?</a:t>
            </a:r>
            <a:endParaRPr/>
          </a:p>
        </p:txBody>
      </p:sp>
      <p:sp>
        <p:nvSpPr>
          <p:cNvPr id="608" name="Google Shape;608;p102"/>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Mean Squared Error?</a:t>
            </a:r>
            <a:br>
              <a:rPr lang="en"/>
            </a:br>
            <a:br>
              <a:rPr lang="en"/>
            </a:br>
            <a:br>
              <a:rPr lang="en"/>
            </a:br>
            <a:br>
              <a:rPr lang="en"/>
            </a:br>
            <a:endParaRPr/>
          </a:p>
          <a:p>
            <a:pPr indent="-342900" lvl="0" marL="457200" rtl="0" algn="l">
              <a:lnSpc>
                <a:spcPct val="115000"/>
              </a:lnSpc>
              <a:spcBef>
                <a:spcPts val="0"/>
              </a:spcBef>
              <a:spcAft>
                <a:spcPts val="0"/>
              </a:spcAft>
              <a:buSzPts val="1800"/>
              <a:buChar char="●"/>
            </a:pPr>
            <a:r>
              <a:rPr lang="en"/>
              <a:t>Binary Cross Entropy?</a:t>
            </a:r>
            <a:endParaRPr/>
          </a:p>
        </p:txBody>
      </p:sp>
      <p:pic>
        <p:nvPicPr>
          <p:cNvPr id="609" name="Google Shape;609;p102"/>
          <p:cNvPicPr preferRelativeResize="0"/>
          <p:nvPr/>
        </p:nvPicPr>
        <p:blipFill rotWithShape="1">
          <a:blip r:embed="rId3">
            <a:alphaModFix/>
          </a:blip>
          <a:srcRect b="0" l="0" r="0" t="0"/>
          <a:stretch/>
        </p:blipFill>
        <p:spPr>
          <a:xfrm>
            <a:off x="3000375" y="1226325"/>
            <a:ext cx="3143250" cy="704850"/>
          </a:xfrm>
          <a:prstGeom prst="rect">
            <a:avLst/>
          </a:prstGeom>
          <a:noFill/>
          <a:ln>
            <a:noFill/>
          </a:ln>
        </p:spPr>
      </p:pic>
      <p:pic>
        <p:nvPicPr>
          <p:cNvPr id="610" name="Google Shape;610;p102"/>
          <p:cNvPicPr preferRelativeResize="0"/>
          <p:nvPr/>
        </p:nvPicPr>
        <p:blipFill rotWithShape="1">
          <a:blip r:embed="rId4">
            <a:alphaModFix/>
          </a:blip>
          <a:srcRect b="0" l="0" r="0" t="0"/>
          <a:stretch/>
        </p:blipFill>
        <p:spPr>
          <a:xfrm>
            <a:off x="1495425" y="3029750"/>
            <a:ext cx="6153150" cy="704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Using Linear Regression w/the Classification Problem?</a:t>
            </a:r>
            <a:endParaRPr b="0" i="0" sz="1400" u="none" cap="none" strike="noStrike">
              <a:solidFill>
                <a:srgbClr val="000000"/>
              </a:solidFill>
              <a:latin typeface="Arial"/>
              <a:ea typeface="Arial"/>
              <a:cs typeface="Arial"/>
              <a:sym typeface="Arial"/>
            </a:endParaRPr>
          </a:p>
        </p:txBody>
      </p:sp>
      <p:sp>
        <p:nvSpPr>
          <p:cNvPr id="616" name="Google Shape;616;p103"/>
          <p:cNvSpPr txBox="1"/>
          <p:nvPr/>
        </p:nvSpPr>
        <p:spPr>
          <a:xfrm>
            <a:off x="3640510" y="4783861"/>
            <a:ext cx="3681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How much sleep did you get? (hours)</a:t>
            </a:r>
            <a:endParaRPr b="0" i="0" sz="1400" u="none" cap="none" strike="noStrike">
              <a:solidFill>
                <a:srgbClr val="000000"/>
              </a:solidFill>
              <a:latin typeface="Arial"/>
              <a:ea typeface="Arial"/>
              <a:cs typeface="Arial"/>
              <a:sym typeface="Arial"/>
            </a:endParaRPr>
          </a:p>
        </p:txBody>
      </p:sp>
      <p:grpSp>
        <p:nvGrpSpPr>
          <p:cNvPr id="617" name="Google Shape;617;p103"/>
          <p:cNvGrpSpPr/>
          <p:nvPr/>
        </p:nvGrpSpPr>
        <p:grpSpPr>
          <a:xfrm>
            <a:off x="0" y="1261311"/>
            <a:ext cx="8959152" cy="3402134"/>
            <a:chOff x="1214083" y="1592893"/>
            <a:chExt cx="8959152" cy="3953671"/>
          </a:xfrm>
        </p:grpSpPr>
        <p:cxnSp>
          <p:nvCxnSpPr>
            <p:cNvPr id="618" name="Google Shape;618;p103"/>
            <p:cNvCxnSpPr/>
            <p:nvPr/>
          </p:nvCxnSpPr>
          <p:spPr>
            <a:xfrm rot="10800000">
              <a:off x="2511323" y="1592893"/>
              <a:ext cx="14100" cy="3654900"/>
            </a:xfrm>
            <a:prstGeom prst="straightConnector1">
              <a:avLst/>
            </a:prstGeom>
            <a:noFill/>
            <a:ln cap="flat" cmpd="sng" w="25400">
              <a:solidFill>
                <a:srgbClr val="000000"/>
              </a:solidFill>
              <a:prstDash val="solid"/>
              <a:round/>
              <a:headEnd len="sm" w="sm" type="none"/>
              <a:tailEnd len="med" w="med" type="stealth"/>
            </a:ln>
          </p:spPr>
        </p:cxnSp>
        <p:cxnSp>
          <p:nvCxnSpPr>
            <p:cNvPr id="619" name="Google Shape;619;p103"/>
            <p:cNvCxnSpPr/>
            <p:nvPr/>
          </p:nvCxnSpPr>
          <p:spPr>
            <a:xfrm>
              <a:off x="2384935" y="5177082"/>
              <a:ext cx="7788300" cy="14700"/>
            </a:xfrm>
            <a:prstGeom prst="straightConnector1">
              <a:avLst/>
            </a:prstGeom>
            <a:noFill/>
            <a:ln cap="flat" cmpd="sng" w="25400">
              <a:solidFill>
                <a:srgbClr val="000000"/>
              </a:solidFill>
              <a:prstDash val="solid"/>
              <a:round/>
              <a:headEnd len="sm" w="sm" type="none"/>
              <a:tailEnd len="med" w="med" type="stealth"/>
            </a:ln>
          </p:spPr>
        </p:cxnSp>
        <p:sp>
          <p:nvSpPr>
            <p:cNvPr id="620" name="Google Shape;620;p103"/>
            <p:cNvSpPr/>
            <p:nvPr/>
          </p:nvSpPr>
          <p:spPr>
            <a:xfrm rot="2719548">
              <a:off x="2244679" y="4916125"/>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21" name="Google Shape;621;p103"/>
            <p:cNvSpPr/>
            <p:nvPr/>
          </p:nvSpPr>
          <p:spPr>
            <a:xfrm rot="2719548">
              <a:off x="3071134" y="487767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22" name="Google Shape;622;p103"/>
            <p:cNvSpPr txBox="1"/>
            <p:nvPr/>
          </p:nvSpPr>
          <p:spPr>
            <a:xfrm>
              <a:off x="1214083" y="2750079"/>
              <a:ext cx="1384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Did you pass</a:t>
              </a:r>
              <a:br>
                <a:rPr b="0" i="0" lang="en" sz="1800" u="none" cap="none" strike="noStrike">
                  <a:solidFill>
                    <a:srgbClr val="000000"/>
                  </a:solidFill>
                  <a:latin typeface="Corbel"/>
                  <a:ea typeface="Corbel"/>
                  <a:cs typeface="Corbel"/>
                  <a:sym typeface="Corbel"/>
                </a:rPr>
              </a:br>
              <a:r>
                <a:rPr b="0" i="0" lang="en" sz="1800" u="none" cap="none" strike="noStrike">
                  <a:solidFill>
                    <a:srgbClr val="000000"/>
                  </a:solidFill>
                  <a:latin typeface="Corbel"/>
                  <a:ea typeface="Corbel"/>
                  <a:cs typeface="Corbel"/>
                  <a:sym typeface="Corbel"/>
                </a:rPr>
                <a:t>the class?</a:t>
              </a:r>
              <a:endParaRPr b="0" i="0" sz="1400" u="none" cap="none" strike="noStrike">
                <a:solidFill>
                  <a:srgbClr val="000000"/>
                </a:solidFill>
                <a:latin typeface="Arial"/>
                <a:ea typeface="Arial"/>
                <a:cs typeface="Arial"/>
                <a:sym typeface="Arial"/>
              </a:endParaRPr>
            </a:p>
          </p:txBody>
        </p:sp>
        <p:sp>
          <p:nvSpPr>
            <p:cNvPr id="623" name="Google Shape;623;p103"/>
            <p:cNvSpPr txBox="1"/>
            <p:nvPr/>
          </p:nvSpPr>
          <p:spPr>
            <a:xfrm>
              <a:off x="2093247" y="3642713"/>
              <a:ext cx="391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Corbel"/>
                  <a:ea typeface="Corbel"/>
                  <a:cs typeface="Corbel"/>
                  <a:sym typeface="Corbel"/>
                </a:rPr>
                <a:t>1</a:t>
              </a:r>
              <a:endParaRPr b="0" i="0" sz="3600" u="none" cap="none" strike="noStrike">
                <a:solidFill>
                  <a:srgbClr val="000000"/>
                </a:solidFill>
                <a:latin typeface="Corbel"/>
                <a:ea typeface="Corbel"/>
                <a:cs typeface="Corbel"/>
                <a:sym typeface="Corbel"/>
              </a:endParaRPr>
            </a:p>
          </p:txBody>
        </p:sp>
        <p:sp>
          <p:nvSpPr>
            <p:cNvPr id="624" name="Google Shape;624;p103"/>
            <p:cNvSpPr/>
            <p:nvPr/>
          </p:nvSpPr>
          <p:spPr>
            <a:xfrm rot="2719548">
              <a:off x="3935238" y="490446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25" name="Google Shape;625;p103"/>
            <p:cNvSpPr/>
            <p:nvPr/>
          </p:nvSpPr>
          <p:spPr>
            <a:xfrm rot="2719548">
              <a:off x="4995816" y="378792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26" name="Google Shape;626;p103"/>
            <p:cNvSpPr/>
            <p:nvPr/>
          </p:nvSpPr>
          <p:spPr>
            <a:xfrm rot="2719548">
              <a:off x="5958710" y="3787920"/>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27" name="Google Shape;627;p103"/>
            <p:cNvSpPr/>
            <p:nvPr/>
          </p:nvSpPr>
          <p:spPr>
            <a:xfrm rot="2719548">
              <a:off x="5498196" y="378792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28" name="Google Shape;628;p103"/>
            <p:cNvSpPr/>
            <p:nvPr/>
          </p:nvSpPr>
          <p:spPr>
            <a:xfrm rot="2719548">
              <a:off x="3571303" y="488938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29" name="Google Shape;629;p103"/>
            <p:cNvSpPr/>
            <p:nvPr/>
          </p:nvSpPr>
          <p:spPr>
            <a:xfrm rot="2719548">
              <a:off x="4729567" y="490333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30" name="Google Shape;630;p103"/>
            <p:cNvSpPr/>
            <p:nvPr/>
          </p:nvSpPr>
          <p:spPr>
            <a:xfrm rot="2719548">
              <a:off x="6599535" y="3786796"/>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31" name="Google Shape;631;p103"/>
            <p:cNvSpPr/>
            <p:nvPr/>
          </p:nvSpPr>
          <p:spPr>
            <a:xfrm rot="2719548">
              <a:off x="7199599" y="378679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0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Using Linear Regression w/the Classification Problem?</a:t>
            </a:r>
            <a:endParaRPr b="0" i="0" sz="1400" u="none" cap="none" strike="noStrike">
              <a:solidFill>
                <a:srgbClr val="000000"/>
              </a:solidFill>
              <a:latin typeface="Arial"/>
              <a:ea typeface="Arial"/>
              <a:cs typeface="Arial"/>
              <a:sym typeface="Arial"/>
            </a:endParaRPr>
          </a:p>
        </p:txBody>
      </p:sp>
      <p:sp>
        <p:nvSpPr>
          <p:cNvPr id="637" name="Google Shape;637;p104"/>
          <p:cNvSpPr txBox="1"/>
          <p:nvPr/>
        </p:nvSpPr>
        <p:spPr>
          <a:xfrm>
            <a:off x="3640510" y="4783861"/>
            <a:ext cx="3681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How much sleep did you get? (hours)</a:t>
            </a:r>
            <a:endParaRPr b="0" i="0" sz="1400" u="none" cap="none" strike="noStrike">
              <a:solidFill>
                <a:srgbClr val="000000"/>
              </a:solidFill>
              <a:latin typeface="Arial"/>
              <a:ea typeface="Arial"/>
              <a:cs typeface="Arial"/>
              <a:sym typeface="Arial"/>
            </a:endParaRPr>
          </a:p>
        </p:txBody>
      </p:sp>
      <p:grpSp>
        <p:nvGrpSpPr>
          <p:cNvPr id="638" name="Google Shape;638;p104"/>
          <p:cNvGrpSpPr/>
          <p:nvPr/>
        </p:nvGrpSpPr>
        <p:grpSpPr>
          <a:xfrm>
            <a:off x="0" y="1261311"/>
            <a:ext cx="8959152" cy="3402134"/>
            <a:chOff x="1214083" y="1592893"/>
            <a:chExt cx="8959152" cy="3953671"/>
          </a:xfrm>
        </p:grpSpPr>
        <p:cxnSp>
          <p:nvCxnSpPr>
            <p:cNvPr id="639" name="Google Shape;639;p104"/>
            <p:cNvCxnSpPr/>
            <p:nvPr/>
          </p:nvCxnSpPr>
          <p:spPr>
            <a:xfrm rot="10800000">
              <a:off x="2511323" y="1592893"/>
              <a:ext cx="14100" cy="3654900"/>
            </a:xfrm>
            <a:prstGeom prst="straightConnector1">
              <a:avLst/>
            </a:prstGeom>
            <a:noFill/>
            <a:ln cap="flat" cmpd="sng" w="25400">
              <a:solidFill>
                <a:srgbClr val="000000"/>
              </a:solidFill>
              <a:prstDash val="solid"/>
              <a:round/>
              <a:headEnd len="sm" w="sm" type="none"/>
              <a:tailEnd len="med" w="med" type="stealth"/>
            </a:ln>
          </p:spPr>
        </p:cxnSp>
        <p:cxnSp>
          <p:nvCxnSpPr>
            <p:cNvPr id="640" name="Google Shape;640;p104"/>
            <p:cNvCxnSpPr/>
            <p:nvPr/>
          </p:nvCxnSpPr>
          <p:spPr>
            <a:xfrm>
              <a:off x="2384935" y="5177082"/>
              <a:ext cx="7788300" cy="14700"/>
            </a:xfrm>
            <a:prstGeom prst="straightConnector1">
              <a:avLst/>
            </a:prstGeom>
            <a:noFill/>
            <a:ln cap="flat" cmpd="sng" w="25400">
              <a:solidFill>
                <a:srgbClr val="000000"/>
              </a:solidFill>
              <a:prstDash val="solid"/>
              <a:round/>
              <a:headEnd len="sm" w="sm" type="none"/>
              <a:tailEnd len="med" w="med" type="stealth"/>
            </a:ln>
          </p:spPr>
        </p:cxnSp>
        <p:sp>
          <p:nvSpPr>
            <p:cNvPr id="641" name="Google Shape;641;p104"/>
            <p:cNvSpPr/>
            <p:nvPr/>
          </p:nvSpPr>
          <p:spPr>
            <a:xfrm rot="2719548">
              <a:off x="2244679" y="4916125"/>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42" name="Google Shape;642;p104"/>
            <p:cNvSpPr/>
            <p:nvPr/>
          </p:nvSpPr>
          <p:spPr>
            <a:xfrm rot="2719548">
              <a:off x="3071134" y="487767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43" name="Google Shape;643;p104"/>
            <p:cNvSpPr txBox="1"/>
            <p:nvPr/>
          </p:nvSpPr>
          <p:spPr>
            <a:xfrm>
              <a:off x="1214083" y="2750079"/>
              <a:ext cx="1384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Did you pass</a:t>
              </a:r>
              <a:br>
                <a:rPr b="0" i="0" lang="en" sz="1800" u="none" cap="none" strike="noStrike">
                  <a:solidFill>
                    <a:srgbClr val="000000"/>
                  </a:solidFill>
                  <a:latin typeface="Corbel"/>
                  <a:ea typeface="Corbel"/>
                  <a:cs typeface="Corbel"/>
                  <a:sym typeface="Corbel"/>
                </a:rPr>
              </a:br>
              <a:r>
                <a:rPr b="0" i="0" lang="en" sz="1800" u="none" cap="none" strike="noStrike">
                  <a:solidFill>
                    <a:srgbClr val="000000"/>
                  </a:solidFill>
                  <a:latin typeface="Corbel"/>
                  <a:ea typeface="Corbel"/>
                  <a:cs typeface="Corbel"/>
                  <a:sym typeface="Corbel"/>
                </a:rPr>
                <a:t>the class?</a:t>
              </a:r>
              <a:endParaRPr b="0" i="0" sz="1400" u="none" cap="none" strike="noStrike">
                <a:solidFill>
                  <a:srgbClr val="000000"/>
                </a:solidFill>
                <a:latin typeface="Arial"/>
                <a:ea typeface="Arial"/>
                <a:cs typeface="Arial"/>
                <a:sym typeface="Arial"/>
              </a:endParaRPr>
            </a:p>
          </p:txBody>
        </p:sp>
        <p:sp>
          <p:nvSpPr>
            <p:cNvPr id="644" name="Google Shape;644;p104"/>
            <p:cNvSpPr txBox="1"/>
            <p:nvPr/>
          </p:nvSpPr>
          <p:spPr>
            <a:xfrm>
              <a:off x="2093247" y="3642713"/>
              <a:ext cx="391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Corbel"/>
                  <a:ea typeface="Corbel"/>
                  <a:cs typeface="Corbel"/>
                  <a:sym typeface="Corbel"/>
                </a:rPr>
                <a:t>1</a:t>
              </a:r>
              <a:endParaRPr b="0" i="0" sz="3600" u="none" cap="none" strike="noStrike">
                <a:solidFill>
                  <a:srgbClr val="000000"/>
                </a:solidFill>
                <a:latin typeface="Corbel"/>
                <a:ea typeface="Corbel"/>
                <a:cs typeface="Corbel"/>
                <a:sym typeface="Corbel"/>
              </a:endParaRPr>
            </a:p>
          </p:txBody>
        </p:sp>
        <p:sp>
          <p:nvSpPr>
            <p:cNvPr id="645" name="Google Shape;645;p104"/>
            <p:cNvSpPr/>
            <p:nvPr/>
          </p:nvSpPr>
          <p:spPr>
            <a:xfrm rot="2719548">
              <a:off x="3935238" y="490446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46" name="Google Shape;646;p104"/>
            <p:cNvSpPr/>
            <p:nvPr/>
          </p:nvSpPr>
          <p:spPr>
            <a:xfrm rot="2719548">
              <a:off x="4995816" y="378792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47" name="Google Shape;647;p104"/>
            <p:cNvSpPr/>
            <p:nvPr/>
          </p:nvSpPr>
          <p:spPr>
            <a:xfrm rot="2719548">
              <a:off x="5958710" y="3787920"/>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48" name="Google Shape;648;p104"/>
            <p:cNvSpPr/>
            <p:nvPr/>
          </p:nvSpPr>
          <p:spPr>
            <a:xfrm rot="2719548">
              <a:off x="5498196" y="378792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49" name="Google Shape;649;p104"/>
            <p:cNvSpPr/>
            <p:nvPr/>
          </p:nvSpPr>
          <p:spPr>
            <a:xfrm rot="2719548">
              <a:off x="3571303" y="488938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50" name="Google Shape;650;p104"/>
            <p:cNvSpPr/>
            <p:nvPr/>
          </p:nvSpPr>
          <p:spPr>
            <a:xfrm rot="2719548">
              <a:off x="4729567" y="490333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51" name="Google Shape;651;p104"/>
            <p:cNvSpPr/>
            <p:nvPr/>
          </p:nvSpPr>
          <p:spPr>
            <a:xfrm rot="2719548">
              <a:off x="6599535" y="3786796"/>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52" name="Google Shape;652;p104"/>
            <p:cNvSpPr/>
            <p:nvPr/>
          </p:nvSpPr>
          <p:spPr>
            <a:xfrm rot="2719548">
              <a:off x="7199599" y="378679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grpSp>
      <p:cxnSp>
        <p:nvCxnSpPr>
          <p:cNvPr id="653" name="Google Shape;653;p104"/>
          <p:cNvCxnSpPr/>
          <p:nvPr/>
        </p:nvCxnSpPr>
        <p:spPr>
          <a:xfrm flipH="1">
            <a:off x="1158184" y="2809018"/>
            <a:ext cx="5665800" cy="2041800"/>
          </a:xfrm>
          <a:prstGeom prst="straightConnector1">
            <a:avLst/>
          </a:prstGeom>
          <a:noFill/>
          <a:ln cap="flat" cmpd="sng" w="63500">
            <a:solidFill>
              <a:srgbClr val="0F6FC6"/>
            </a:solidFill>
            <a:prstDash val="solid"/>
            <a:round/>
            <a:headEnd len="sm" w="sm" type="none"/>
            <a:tailEnd len="sm" w="sm" type="none"/>
          </a:ln>
        </p:spPr>
      </p:cxnSp>
      <p:sp>
        <p:nvSpPr>
          <p:cNvPr id="654" name="Google Shape;654;p104"/>
          <p:cNvSpPr txBox="1"/>
          <p:nvPr/>
        </p:nvSpPr>
        <p:spPr>
          <a:xfrm>
            <a:off x="4046942" y="1487935"/>
            <a:ext cx="30837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You could threshold one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whether or not it’s closer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to 0 or to 1…seems reasonable</a:t>
            </a:r>
            <a:endParaRPr b="0" i="0" sz="1800" u="none" cap="none" strike="noStrike">
              <a:solidFill>
                <a:srgbClr val="000000"/>
              </a:solidFill>
              <a:latin typeface="Corbel"/>
              <a:ea typeface="Corbel"/>
              <a:cs typeface="Corbel"/>
              <a:sym typeface="Corbe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grpSp>
        <p:nvGrpSpPr>
          <p:cNvPr id="659" name="Google Shape;659;p105"/>
          <p:cNvGrpSpPr/>
          <p:nvPr/>
        </p:nvGrpSpPr>
        <p:grpSpPr>
          <a:xfrm>
            <a:off x="0" y="1192358"/>
            <a:ext cx="8959152" cy="3402924"/>
            <a:chOff x="1214083" y="1592893"/>
            <a:chExt cx="8959152" cy="3953671"/>
          </a:xfrm>
        </p:grpSpPr>
        <p:cxnSp>
          <p:nvCxnSpPr>
            <p:cNvPr id="660" name="Google Shape;660;p105"/>
            <p:cNvCxnSpPr/>
            <p:nvPr/>
          </p:nvCxnSpPr>
          <p:spPr>
            <a:xfrm rot="10800000">
              <a:off x="2511323" y="1592893"/>
              <a:ext cx="14100" cy="3654900"/>
            </a:xfrm>
            <a:prstGeom prst="straightConnector1">
              <a:avLst/>
            </a:prstGeom>
            <a:noFill/>
            <a:ln cap="flat" cmpd="sng" w="25400">
              <a:solidFill>
                <a:srgbClr val="000000"/>
              </a:solidFill>
              <a:prstDash val="solid"/>
              <a:round/>
              <a:headEnd len="sm" w="sm" type="none"/>
              <a:tailEnd len="med" w="med" type="stealth"/>
            </a:ln>
          </p:spPr>
        </p:cxnSp>
        <p:cxnSp>
          <p:nvCxnSpPr>
            <p:cNvPr id="661" name="Google Shape;661;p105"/>
            <p:cNvCxnSpPr/>
            <p:nvPr/>
          </p:nvCxnSpPr>
          <p:spPr>
            <a:xfrm>
              <a:off x="2384935" y="5177082"/>
              <a:ext cx="7788300" cy="14700"/>
            </a:xfrm>
            <a:prstGeom prst="straightConnector1">
              <a:avLst/>
            </a:prstGeom>
            <a:noFill/>
            <a:ln cap="flat" cmpd="sng" w="25400">
              <a:solidFill>
                <a:srgbClr val="000000"/>
              </a:solidFill>
              <a:prstDash val="solid"/>
              <a:round/>
              <a:headEnd len="sm" w="sm" type="none"/>
              <a:tailEnd len="med" w="med" type="stealth"/>
            </a:ln>
          </p:spPr>
        </p:cxnSp>
        <p:sp>
          <p:nvSpPr>
            <p:cNvPr id="662" name="Google Shape;662;p105"/>
            <p:cNvSpPr/>
            <p:nvPr/>
          </p:nvSpPr>
          <p:spPr>
            <a:xfrm rot="2719548">
              <a:off x="2244679" y="4916125"/>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63" name="Google Shape;663;p105"/>
            <p:cNvSpPr/>
            <p:nvPr/>
          </p:nvSpPr>
          <p:spPr>
            <a:xfrm rot="2719548">
              <a:off x="3071134" y="487767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64" name="Google Shape;664;p105"/>
            <p:cNvSpPr txBox="1"/>
            <p:nvPr/>
          </p:nvSpPr>
          <p:spPr>
            <a:xfrm>
              <a:off x="1214083" y="2750079"/>
              <a:ext cx="1384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Did you pass</a:t>
              </a:r>
              <a:br>
                <a:rPr b="0" i="0" lang="en" sz="1800" u="none" cap="none" strike="noStrike">
                  <a:solidFill>
                    <a:srgbClr val="000000"/>
                  </a:solidFill>
                  <a:latin typeface="Corbel"/>
                  <a:ea typeface="Corbel"/>
                  <a:cs typeface="Corbel"/>
                  <a:sym typeface="Corbel"/>
                </a:rPr>
              </a:br>
              <a:r>
                <a:rPr b="0" i="0" lang="en" sz="1800" u="none" cap="none" strike="noStrike">
                  <a:solidFill>
                    <a:srgbClr val="000000"/>
                  </a:solidFill>
                  <a:latin typeface="Corbel"/>
                  <a:ea typeface="Corbel"/>
                  <a:cs typeface="Corbel"/>
                  <a:sym typeface="Corbel"/>
                </a:rPr>
                <a:t>the class?</a:t>
              </a:r>
              <a:endParaRPr b="0" i="0" sz="1400" u="none" cap="none" strike="noStrike">
                <a:solidFill>
                  <a:srgbClr val="000000"/>
                </a:solidFill>
                <a:latin typeface="Arial"/>
                <a:ea typeface="Arial"/>
                <a:cs typeface="Arial"/>
                <a:sym typeface="Arial"/>
              </a:endParaRPr>
            </a:p>
          </p:txBody>
        </p:sp>
        <p:sp>
          <p:nvSpPr>
            <p:cNvPr id="665" name="Google Shape;665;p105"/>
            <p:cNvSpPr txBox="1"/>
            <p:nvPr/>
          </p:nvSpPr>
          <p:spPr>
            <a:xfrm>
              <a:off x="2093247" y="3642713"/>
              <a:ext cx="391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Corbel"/>
                  <a:ea typeface="Corbel"/>
                  <a:cs typeface="Corbel"/>
                  <a:sym typeface="Corbel"/>
                </a:rPr>
                <a:t>1</a:t>
              </a:r>
              <a:endParaRPr b="0" i="0" sz="3600" u="none" cap="none" strike="noStrike">
                <a:solidFill>
                  <a:srgbClr val="000000"/>
                </a:solidFill>
                <a:latin typeface="Corbel"/>
                <a:ea typeface="Corbel"/>
                <a:cs typeface="Corbel"/>
                <a:sym typeface="Corbel"/>
              </a:endParaRPr>
            </a:p>
          </p:txBody>
        </p:sp>
        <p:sp>
          <p:nvSpPr>
            <p:cNvPr id="666" name="Google Shape;666;p105"/>
            <p:cNvSpPr/>
            <p:nvPr/>
          </p:nvSpPr>
          <p:spPr>
            <a:xfrm rot="2719548">
              <a:off x="3935238" y="490446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67" name="Google Shape;667;p105"/>
            <p:cNvSpPr/>
            <p:nvPr/>
          </p:nvSpPr>
          <p:spPr>
            <a:xfrm rot="2719548">
              <a:off x="4995816" y="378792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68" name="Google Shape;668;p105"/>
            <p:cNvSpPr/>
            <p:nvPr/>
          </p:nvSpPr>
          <p:spPr>
            <a:xfrm rot="2719548">
              <a:off x="5958710" y="3787920"/>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69" name="Google Shape;669;p105"/>
            <p:cNvSpPr/>
            <p:nvPr/>
          </p:nvSpPr>
          <p:spPr>
            <a:xfrm rot="2719548">
              <a:off x="5498196" y="378792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70" name="Google Shape;670;p105"/>
            <p:cNvSpPr/>
            <p:nvPr/>
          </p:nvSpPr>
          <p:spPr>
            <a:xfrm rot="2719548">
              <a:off x="3571303" y="488938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71" name="Google Shape;671;p105"/>
            <p:cNvSpPr/>
            <p:nvPr/>
          </p:nvSpPr>
          <p:spPr>
            <a:xfrm rot="2719548">
              <a:off x="4729567" y="490333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72" name="Google Shape;672;p105"/>
            <p:cNvSpPr/>
            <p:nvPr/>
          </p:nvSpPr>
          <p:spPr>
            <a:xfrm rot="2719548">
              <a:off x="6599535" y="3786796"/>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73" name="Google Shape;673;p105"/>
            <p:cNvSpPr/>
            <p:nvPr/>
          </p:nvSpPr>
          <p:spPr>
            <a:xfrm rot="2719548">
              <a:off x="7199599" y="378679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grpSp>
      <p:sp>
        <p:nvSpPr>
          <p:cNvPr id="674" name="Google Shape;674;p105"/>
          <p:cNvSpPr txBox="1"/>
          <p:nvPr/>
        </p:nvSpPr>
        <p:spPr>
          <a:xfrm>
            <a:off x="4046942" y="1418989"/>
            <a:ext cx="288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675" name="Google Shape;675;p105"/>
          <p:cNvSpPr/>
          <p:nvPr/>
        </p:nvSpPr>
        <p:spPr>
          <a:xfrm rot="2463186">
            <a:off x="8025675" y="3072698"/>
            <a:ext cx="486937" cy="487587"/>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cxnSp>
        <p:nvCxnSpPr>
          <p:cNvPr id="676" name="Google Shape;676;p105"/>
          <p:cNvCxnSpPr/>
          <p:nvPr/>
        </p:nvCxnSpPr>
        <p:spPr>
          <a:xfrm flipH="1">
            <a:off x="1158184" y="2740342"/>
            <a:ext cx="5665800" cy="2042100"/>
          </a:xfrm>
          <a:prstGeom prst="straightConnector1">
            <a:avLst/>
          </a:prstGeom>
          <a:noFill/>
          <a:ln cap="flat" cmpd="sng" w="63500">
            <a:solidFill>
              <a:srgbClr val="0F6FC6"/>
            </a:solidFill>
            <a:prstDash val="solid"/>
            <a:round/>
            <a:headEnd len="sm" w="sm" type="none"/>
            <a:tailEnd len="sm" w="sm" type="none"/>
          </a:ln>
        </p:spPr>
      </p:cxnSp>
      <p:cxnSp>
        <p:nvCxnSpPr>
          <p:cNvPr id="677" name="Google Shape;677;p105"/>
          <p:cNvCxnSpPr/>
          <p:nvPr/>
        </p:nvCxnSpPr>
        <p:spPr>
          <a:xfrm flipH="1">
            <a:off x="990821" y="2956563"/>
            <a:ext cx="7619400" cy="1705800"/>
          </a:xfrm>
          <a:prstGeom prst="straightConnector1">
            <a:avLst/>
          </a:prstGeom>
          <a:noFill/>
          <a:ln cap="flat" cmpd="sng" w="63500">
            <a:solidFill>
              <a:srgbClr val="387025"/>
            </a:solidFill>
            <a:prstDash val="solid"/>
            <a:round/>
            <a:headEnd len="sm" w="sm" type="none"/>
            <a:tailEnd len="sm" w="sm" type="none"/>
          </a:ln>
        </p:spPr>
      </p:cxnSp>
      <p:sp>
        <p:nvSpPr>
          <p:cNvPr id="678" name="Google Shape;678;p10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Larger Confidence Features Skew Thresholding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0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Fitting with a Sigmoid Function</a:t>
            </a:r>
            <a:endParaRPr b="0" i="0" sz="1400" u="none" cap="none" strike="noStrike">
              <a:solidFill>
                <a:srgbClr val="000000"/>
              </a:solidFill>
              <a:latin typeface="Arial"/>
              <a:ea typeface="Arial"/>
              <a:cs typeface="Arial"/>
              <a:sym typeface="Arial"/>
            </a:endParaRPr>
          </a:p>
        </p:txBody>
      </p:sp>
      <p:sp>
        <p:nvSpPr>
          <p:cNvPr id="684" name="Google Shape;684;p106"/>
          <p:cNvSpPr txBox="1"/>
          <p:nvPr/>
        </p:nvSpPr>
        <p:spPr>
          <a:xfrm>
            <a:off x="457200" y="838201"/>
            <a:ext cx="8229600" cy="5403900"/>
          </a:xfrm>
          <a:prstGeom prst="rect">
            <a:avLst/>
          </a:prstGeom>
          <a:noFill/>
          <a:ln>
            <a:noFill/>
          </a:ln>
        </p:spPr>
        <p:txBody>
          <a:bodyPr anchorCtr="0" anchor="t" bIns="45700" lIns="54850" spcFirstLastPara="1" rIns="91425" wrap="square" tIns="91425">
            <a:normAutofit/>
          </a:bodyPr>
          <a:lstStyle/>
          <a:p>
            <a:pPr indent="-242189" lvl="0" marL="400050" marR="0" rtl="0" algn="l">
              <a:lnSpc>
                <a:spcPct val="80000"/>
              </a:lnSpc>
              <a:spcBef>
                <a:spcPts val="0"/>
              </a:spcBef>
              <a:spcAft>
                <a:spcPts val="0"/>
              </a:spcAft>
              <a:buClr>
                <a:srgbClr val="0D5097"/>
              </a:buClr>
              <a:buSzPts val="1720"/>
              <a:buFont typeface="Arial"/>
              <a:buChar char="▪"/>
            </a:pPr>
            <a:r>
              <a:rPr b="0" i="0" lang="en" sz="2000" u="none" cap="none" strike="noStrike">
                <a:solidFill>
                  <a:srgbClr val="000000"/>
                </a:solidFill>
                <a:latin typeface="Arial"/>
                <a:ea typeface="Arial"/>
                <a:cs typeface="Arial"/>
                <a:sym typeface="Arial"/>
              </a:rPr>
              <a:t>The sigmoid function is defined by: </a:t>
            </a:r>
            <a:endParaRPr b="0" i="0" sz="2000" u="none" cap="none" strike="noStrike">
              <a:solidFill>
                <a:srgbClr val="000000"/>
              </a:solidFill>
              <a:latin typeface="Arial"/>
              <a:ea typeface="Arial"/>
              <a:cs typeface="Arial"/>
              <a:sym typeface="Arial"/>
            </a:endParaRPr>
          </a:p>
          <a:p>
            <a:pPr indent="-232534" lvl="1" marL="685800" marR="0" rtl="0" algn="l">
              <a:lnSpc>
                <a:spcPct val="80000"/>
              </a:lnSpc>
              <a:spcBef>
                <a:spcPts val="600"/>
              </a:spcBef>
              <a:spcAft>
                <a:spcPts val="0"/>
              </a:spcAft>
              <a:buClr>
                <a:srgbClr val="000000"/>
              </a:buClr>
              <a:buSzPts val="1360"/>
              <a:buFont typeface="Arial"/>
              <a:buChar char="•"/>
            </a:pPr>
            <a:r>
              <a:rPr b="0" i="0" lang="en" sz="1600" u="none" cap="none" strike="noStrike">
                <a:solidFill>
                  <a:srgbClr val="000000"/>
                </a:solidFill>
                <a:latin typeface="Arial"/>
                <a:ea typeface="Arial"/>
                <a:cs typeface="Arial"/>
                <a:sym typeface="Arial"/>
              </a:rPr>
              <a:t>Here </a:t>
            </a:r>
            <a:r>
              <a:rPr b="0" i="1" lang="en" sz="1600" u="none" cap="none" strike="noStrike">
                <a:solidFill>
                  <a:srgbClr val="000000"/>
                </a:solidFill>
                <a:latin typeface="Arial"/>
                <a:ea typeface="Arial"/>
                <a:cs typeface="Arial"/>
                <a:sym typeface="Arial"/>
              </a:rPr>
              <a:t>e</a:t>
            </a:r>
            <a:r>
              <a:rPr b="0" i="0" lang="en" sz="1600" u="none" cap="none" strike="noStrike">
                <a:solidFill>
                  <a:srgbClr val="000000"/>
                </a:solidFill>
                <a:latin typeface="Arial"/>
                <a:ea typeface="Arial"/>
                <a:cs typeface="Arial"/>
                <a:sym typeface="Arial"/>
              </a:rPr>
              <a:t> = 2.7182818284590451</a:t>
            </a:r>
            <a:endParaRPr b="0" i="0" sz="1600" u="none" cap="none" strike="noStrike">
              <a:solidFill>
                <a:srgbClr val="000000"/>
              </a:solidFill>
              <a:latin typeface="Arial"/>
              <a:ea typeface="Arial"/>
              <a:cs typeface="Arial"/>
              <a:sym typeface="Arial"/>
            </a:endParaRPr>
          </a:p>
          <a:p>
            <a:pPr indent="-242189" lvl="0" marL="400050" marR="0" rtl="0" algn="l">
              <a:lnSpc>
                <a:spcPct val="80000"/>
              </a:lnSpc>
              <a:spcBef>
                <a:spcPts val="1200"/>
              </a:spcBef>
              <a:spcAft>
                <a:spcPts val="0"/>
              </a:spcAft>
              <a:buClr>
                <a:srgbClr val="0D5097"/>
              </a:buClr>
              <a:buSzPts val="1720"/>
              <a:buFont typeface="Arial"/>
              <a:buChar char="▪"/>
            </a:pPr>
            <a:r>
              <a:rPr b="0" i="0" lang="en" sz="2000" u="none" cap="none" strike="noStrike">
                <a:solidFill>
                  <a:srgbClr val="000000"/>
                </a:solidFill>
                <a:latin typeface="Arial"/>
                <a:ea typeface="Arial"/>
                <a:cs typeface="Arial"/>
                <a:sym typeface="Arial"/>
              </a:rPr>
              <a:t>It looks like this:</a:t>
            </a:r>
            <a:endParaRPr b="0" i="0" sz="2000" u="none" cap="none" strike="noStrike">
              <a:solidFill>
                <a:srgbClr val="000000"/>
              </a:solidFill>
              <a:latin typeface="Arial"/>
              <a:ea typeface="Arial"/>
              <a:cs typeface="Arial"/>
              <a:sym typeface="Arial"/>
            </a:endParaRPr>
          </a:p>
          <a:p>
            <a:pPr indent="-132966" lvl="0" marL="400050" marR="0" rtl="0" algn="l">
              <a:lnSpc>
                <a:spcPct val="8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132966" lvl="0" marL="400050" marR="0" rtl="0" algn="l">
              <a:lnSpc>
                <a:spcPct val="8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132966" lvl="0" marL="400050" marR="0" rtl="0" algn="l">
              <a:lnSpc>
                <a:spcPct val="8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119062" marR="0" rtl="0" algn="l">
              <a:lnSpc>
                <a:spcPct val="8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132966" lvl="0" marL="400050" marR="0" rtl="0" algn="l">
              <a:lnSpc>
                <a:spcPct val="8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42189" lvl="0" marL="400050" marR="0" rtl="0" algn="l">
              <a:lnSpc>
                <a:spcPct val="80000"/>
              </a:lnSpc>
              <a:spcBef>
                <a:spcPts val="1200"/>
              </a:spcBef>
              <a:spcAft>
                <a:spcPts val="0"/>
              </a:spcAft>
              <a:buClr>
                <a:srgbClr val="0D5097"/>
              </a:buClr>
              <a:buSzPts val="1720"/>
              <a:buFont typeface="Arial"/>
              <a:buChar char="▪"/>
            </a:pPr>
            <a:r>
              <a:rPr b="0" i="0" lang="en" sz="2000" u="none" cap="none" strike="noStrike">
                <a:solidFill>
                  <a:srgbClr val="000000"/>
                </a:solidFill>
                <a:latin typeface="Arial"/>
                <a:ea typeface="Arial"/>
                <a:cs typeface="Arial"/>
                <a:sym typeface="Arial"/>
              </a:rPr>
              <a:t>It’s bounded by 0 and 1.</a:t>
            </a:r>
            <a:endParaRPr b="0" i="0" sz="2000" u="none" cap="none" strike="noStrike">
              <a:solidFill>
                <a:srgbClr val="000000"/>
              </a:solidFill>
              <a:latin typeface="Arial"/>
              <a:ea typeface="Arial"/>
              <a:cs typeface="Arial"/>
              <a:sym typeface="Arial"/>
            </a:endParaRPr>
          </a:p>
          <a:p>
            <a:pPr indent="-242189" lvl="0" marL="400050" marR="0" rtl="0" algn="l">
              <a:lnSpc>
                <a:spcPct val="80000"/>
              </a:lnSpc>
              <a:spcBef>
                <a:spcPts val="1200"/>
              </a:spcBef>
              <a:spcAft>
                <a:spcPts val="0"/>
              </a:spcAft>
              <a:buClr>
                <a:srgbClr val="0D5097"/>
              </a:buClr>
              <a:buSzPts val="1720"/>
              <a:buFont typeface="Noto Sans Symbols"/>
              <a:buChar char="▪"/>
            </a:pPr>
            <a:r>
              <a:rPr b="0" i="0" lang="en" sz="2000" u="none" cap="none" strike="noStrike">
                <a:solidFill>
                  <a:srgbClr val="000000"/>
                </a:solidFill>
                <a:latin typeface="Arial"/>
                <a:ea typeface="Arial"/>
                <a:cs typeface="Arial"/>
                <a:sym typeface="Arial"/>
              </a:rPr>
              <a:t>This is a nonlinearity (not a straight line), often called a type of “</a:t>
            </a:r>
            <a:r>
              <a:rPr b="1" i="0" lang="en" sz="2000" u="none" cap="none" strike="noStrike">
                <a:solidFill>
                  <a:srgbClr val="FF0000"/>
                </a:solidFill>
                <a:latin typeface="Arial"/>
                <a:ea typeface="Arial"/>
                <a:cs typeface="Arial"/>
                <a:sym typeface="Arial"/>
              </a:rPr>
              <a:t>activation function</a:t>
            </a:r>
            <a:r>
              <a:rPr b="0" i="0" lang="en"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pic>
        <p:nvPicPr>
          <p:cNvPr id="685" name="Google Shape;685;p106"/>
          <p:cNvPicPr preferRelativeResize="0"/>
          <p:nvPr/>
        </p:nvPicPr>
        <p:blipFill rotWithShape="1">
          <a:blip r:embed="rId3">
            <a:alphaModFix/>
          </a:blip>
          <a:srcRect b="0" l="0" r="0" t="0"/>
          <a:stretch/>
        </p:blipFill>
        <p:spPr>
          <a:xfrm>
            <a:off x="3364989" y="2046336"/>
            <a:ext cx="2414025" cy="1630040"/>
          </a:xfrm>
          <a:prstGeom prst="rect">
            <a:avLst/>
          </a:prstGeom>
          <a:noFill/>
          <a:ln>
            <a:noFill/>
          </a:ln>
        </p:spPr>
      </p:pic>
      <p:pic>
        <p:nvPicPr>
          <p:cNvPr id="686" name="Google Shape;686;p106"/>
          <p:cNvPicPr preferRelativeResize="0"/>
          <p:nvPr/>
        </p:nvPicPr>
        <p:blipFill rotWithShape="1">
          <a:blip r:embed="rId4">
            <a:alphaModFix/>
          </a:blip>
          <a:srcRect b="0" l="0" r="0" t="0"/>
          <a:stretch/>
        </p:blipFill>
        <p:spPr>
          <a:xfrm>
            <a:off x="6144323" y="816427"/>
            <a:ext cx="2414026" cy="11383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grpSp>
        <p:nvGrpSpPr>
          <p:cNvPr id="691" name="Google Shape;691;p107"/>
          <p:cNvGrpSpPr/>
          <p:nvPr/>
        </p:nvGrpSpPr>
        <p:grpSpPr>
          <a:xfrm>
            <a:off x="0" y="1192358"/>
            <a:ext cx="8959152" cy="3402924"/>
            <a:chOff x="1214083" y="1592893"/>
            <a:chExt cx="8959152" cy="3953671"/>
          </a:xfrm>
        </p:grpSpPr>
        <p:cxnSp>
          <p:nvCxnSpPr>
            <p:cNvPr id="692" name="Google Shape;692;p107"/>
            <p:cNvCxnSpPr/>
            <p:nvPr/>
          </p:nvCxnSpPr>
          <p:spPr>
            <a:xfrm rot="10800000">
              <a:off x="2511323" y="1592893"/>
              <a:ext cx="14100" cy="3654900"/>
            </a:xfrm>
            <a:prstGeom prst="straightConnector1">
              <a:avLst/>
            </a:prstGeom>
            <a:noFill/>
            <a:ln cap="flat" cmpd="sng" w="25400">
              <a:solidFill>
                <a:srgbClr val="000000"/>
              </a:solidFill>
              <a:prstDash val="solid"/>
              <a:round/>
              <a:headEnd len="sm" w="sm" type="none"/>
              <a:tailEnd len="med" w="med" type="stealth"/>
            </a:ln>
          </p:spPr>
        </p:cxnSp>
        <p:cxnSp>
          <p:nvCxnSpPr>
            <p:cNvPr id="693" name="Google Shape;693;p107"/>
            <p:cNvCxnSpPr/>
            <p:nvPr/>
          </p:nvCxnSpPr>
          <p:spPr>
            <a:xfrm>
              <a:off x="2384935" y="5177082"/>
              <a:ext cx="7788300" cy="14700"/>
            </a:xfrm>
            <a:prstGeom prst="straightConnector1">
              <a:avLst/>
            </a:prstGeom>
            <a:noFill/>
            <a:ln cap="flat" cmpd="sng" w="25400">
              <a:solidFill>
                <a:srgbClr val="000000"/>
              </a:solidFill>
              <a:prstDash val="solid"/>
              <a:round/>
              <a:headEnd len="sm" w="sm" type="none"/>
              <a:tailEnd len="med" w="med" type="stealth"/>
            </a:ln>
          </p:spPr>
        </p:cxnSp>
        <p:sp>
          <p:nvSpPr>
            <p:cNvPr id="694" name="Google Shape;694;p107"/>
            <p:cNvSpPr/>
            <p:nvPr/>
          </p:nvSpPr>
          <p:spPr>
            <a:xfrm rot="2719548">
              <a:off x="2244679" y="4916125"/>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95" name="Google Shape;695;p107"/>
            <p:cNvSpPr/>
            <p:nvPr/>
          </p:nvSpPr>
          <p:spPr>
            <a:xfrm rot="2719548">
              <a:off x="3071134" y="487767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96" name="Google Shape;696;p107"/>
            <p:cNvSpPr txBox="1"/>
            <p:nvPr/>
          </p:nvSpPr>
          <p:spPr>
            <a:xfrm>
              <a:off x="1214083" y="2750079"/>
              <a:ext cx="1384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Did you pass</a:t>
              </a:r>
              <a:br>
                <a:rPr b="0" i="0" lang="en" sz="1800" u="none" cap="none" strike="noStrike">
                  <a:solidFill>
                    <a:srgbClr val="000000"/>
                  </a:solidFill>
                  <a:latin typeface="Corbel"/>
                  <a:ea typeface="Corbel"/>
                  <a:cs typeface="Corbel"/>
                  <a:sym typeface="Corbel"/>
                </a:rPr>
              </a:br>
              <a:r>
                <a:rPr b="0" i="0" lang="en" sz="1800" u="none" cap="none" strike="noStrike">
                  <a:solidFill>
                    <a:srgbClr val="000000"/>
                  </a:solidFill>
                  <a:latin typeface="Corbel"/>
                  <a:ea typeface="Corbel"/>
                  <a:cs typeface="Corbel"/>
                  <a:sym typeface="Corbel"/>
                </a:rPr>
                <a:t>the class?</a:t>
              </a:r>
              <a:endParaRPr b="0" i="0" sz="1400" u="none" cap="none" strike="noStrike">
                <a:solidFill>
                  <a:srgbClr val="000000"/>
                </a:solidFill>
                <a:latin typeface="Arial"/>
                <a:ea typeface="Arial"/>
                <a:cs typeface="Arial"/>
                <a:sym typeface="Arial"/>
              </a:endParaRPr>
            </a:p>
          </p:txBody>
        </p:sp>
        <p:sp>
          <p:nvSpPr>
            <p:cNvPr id="697" name="Google Shape;697;p107"/>
            <p:cNvSpPr txBox="1"/>
            <p:nvPr/>
          </p:nvSpPr>
          <p:spPr>
            <a:xfrm>
              <a:off x="2093247" y="3642713"/>
              <a:ext cx="391500" cy="75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Corbel"/>
                  <a:ea typeface="Corbel"/>
                  <a:cs typeface="Corbel"/>
                  <a:sym typeface="Corbel"/>
                </a:rPr>
                <a:t>1</a:t>
              </a:r>
              <a:endParaRPr b="0" i="0" sz="3600" u="none" cap="none" strike="noStrike">
                <a:solidFill>
                  <a:srgbClr val="000000"/>
                </a:solidFill>
                <a:latin typeface="Corbel"/>
                <a:ea typeface="Corbel"/>
                <a:cs typeface="Corbel"/>
                <a:sym typeface="Corbel"/>
              </a:endParaRPr>
            </a:p>
          </p:txBody>
        </p:sp>
        <p:sp>
          <p:nvSpPr>
            <p:cNvPr id="698" name="Google Shape;698;p107"/>
            <p:cNvSpPr/>
            <p:nvPr/>
          </p:nvSpPr>
          <p:spPr>
            <a:xfrm rot="2719548">
              <a:off x="3935238" y="490446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699" name="Google Shape;699;p107"/>
            <p:cNvSpPr/>
            <p:nvPr/>
          </p:nvSpPr>
          <p:spPr>
            <a:xfrm rot="2719548">
              <a:off x="4995816" y="378792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00" name="Google Shape;700;p107"/>
            <p:cNvSpPr/>
            <p:nvPr/>
          </p:nvSpPr>
          <p:spPr>
            <a:xfrm rot="2719548">
              <a:off x="5958710" y="3787920"/>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01" name="Google Shape;701;p107"/>
            <p:cNvSpPr/>
            <p:nvPr/>
          </p:nvSpPr>
          <p:spPr>
            <a:xfrm rot="2719548">
              <a:off x="5498196" y="378792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02" name="Google Shape;702;p107"/>
            <p:cNvSpPr/>
            <p:nvPr/>
          </p:nvSpPr>
          <p:spPr>
            <a:xfrm rot="2719548">
              <a:off x="3571303" y="488938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03" name="Google Shape;703;p107"/>
            <p:cNvSpPr/>
            <p:nvPr/>
          </p:nvSpPr>
          <p:spPr>
            <a:xfrm rot="2719548">
              <a:off x="4729567" y="490333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04" name="Google Shape;704;p107"/>
            <p:cNvSpPr/>
            <p:nvPr/>
          </p:nvSpPr>
          <p:spPr>
            <a:xfrm rot="2719548">
              <a:off x="6599535" y="3786796"/>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05" name="Google Shape;705;p107"/>
            <p:cNvSpPr/>
            <p:nvPr/>
          </p:nvSpPr>
          <p:spPr>
            <a:xfrm rot="2719548">
              <a:off x="7199599" y="378679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grpSp>
      <p:sp>
        <p:nvSpPr>
          <p:cNvPr id="706" name="Google Shape;706;p107"/>
          <p:cNvSpPr txBox="1"/>
          <p:nvPr/>
        </p:nvSpPr>
        <p:spPr>
          <a:xfrm>
            <a:off x="4046942" y="1418989"/>
            <a:ext cx="288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707" name="Google Shape;707;p107"/>
          <p:cNvSpPr/>
          <p:nvPr/>
        </p:nvSpPr>
        <p:spPr>
          <a:xfrm rot="2463186">
            <a:off x="8025675" y="3072698"/>
            <a:ext cx="486937" cy="487587"/>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08" name="Google Shape;708;p10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Larger Confidence Features Skew Thresholding</a:t>
            </a:r>
            <a:endParaRPr b="0" i="0" sz="1400" u="none" cap="none" strike="noStrike">
              <a:solidFill>
                <a:srgbClr val="000000"/>
              </a:solidFill>
              <a:latin typeface="Arial"/>
              <a:ea typeface="Arial"/>
              <a:cs typeface="Arial"/>
              <a:sym typeface="Arial"/>
            </a:endParaRPr>
          </a:p>
        </p:txBody>
      </p:sp>
      <p:sp>
        <p:nvSpPr>
          <p:cNvPr id="709" name="Google Shape;709;p107"/>
          <p:cNvSpPr txBox="1"/>
          <p:nvPr/>
        </p:nvSpPr>
        <p:spPr>
          <a:xfrm>
            <a:off x="3932525" y="1123575"/>
            <a:ext cx="5043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Question: What is the value of the offset?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Question: What is the m do to your sigmoid function</a:t>
            </a:r>
            <a:endParaRPr b="0" i="0" sz="1400" u="none" cap="none" strike="noStrike">
              <a:solidFill>
                <a:srgbClr val="000000"/>
              </a:solidFill>
              <a:latin typeface="Arial"/>
              <a:ea typeface="Arial"/>
              <a:cs typeface="Arial"/>
              <a:sym typeface="Arial"/>
            </a:endParaRPr>
          </a:p>
        </p:txBody>
      </p:sp>
      <p:sp>
        <p:nvSpPr>
          <p:cNvPr id="710" name="Google Shape;710;p107"/>
          <p:cNvSpPr txBox="1"/>
          <p:nvPr/>
        </p:nvSpPr>
        <p:spPr>
          <a:xfrm>
            <a:off x="4144775" y="4481825"/>
            <a:ext cx="209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Offset</a:t>
            </a:r>
            <a:endParaRPr b="0" i="0" sz="1400" u="none" cap="none" strike="noStrike">
              <a:solidFill>
                <a:srgbClr val="000000"/>
              </a:solidFill>
              <a:latin typeface="Arial"/>
              <a:ea typeface="Arial"/>
              <a:cs typeface="Arial"/>
              <a:sym typeface="Arial"/>
            </a:endParaRPr>
          </a:p>
        </p:txBody>
      </p:sp>
      <p:cxnSp>
        <p:nvCxnSpPr>
          <p:cNvPr id="711" name="Google Shape;711;p107"/>
          <p:cNvCxnSpPr>
            <a:stCxn id="710" idx="1"/>
          </p:cNvCxnSpPr>
          <p:nvPr/>
        </p:nvCxnSpPr>
        <p:spPr>
          <a:xfrm rot="10800000">
            <a:off x="4132175" y="4332125"/>
            <a:ext cx="12600" cy="349800"/>
          </a:xfrm>
          <a:prstGeom prst="straightConnector1">
            <a:avLst/>
          </a:prstGeom>
          <a:noFill/>
          <a:ln cap="flat" cmpd="sng" w="9525">
            <a:solidFill>
              <a:schemeClr val="dk2"/>
            </a:solidFill>
            <a:prstDash val="solid"/>
            <a:round/>
            <a:headEnd len="sm" w="sm" type="none"/>
            <a:tailEnd len="med" w="med" type="triangle"/>
          </a:ln>
        </p:spPr>
      </p:cxnSp>
      <p:cxnSp>
        <p:nvCxnSpPr>
          <p:cNvPr id="712" name="Google Shape;712;p107"/>
          <p:cNvCxnSpPr/>
          <p:nvPr/>
        </p:nvCxnSpPr>
        <p:spPr>
          <a:xfrm flipH="1" rot="10800000">
            <a:off x="3378950" y="3331475"/>
            <a:ext cx="1411200" cy="936000"/>
          </a:xfrm>
          <a:prstGeom prst="curvedConnector3">
            <a:avLst>
              <a:gd fmla="val 28377" name="adj1"/>
            </a:avLst>
          </a:prstGeom>
          <a:noFill/>
          <a:ln cap="flat" cmpd="sng" w="38100">
            <a:solidFill>
              <a:schemeClr val="dk2"/>
            </a:solidFill>
            <a:prstDash val="solid"/>
            <a:round/>
            <a:headEnd len="sm" w="sm" type="none"/>
            <a:tailEnd len="sm" w="sm" type="none"/>
          </a:ln>
        </p:spPr>
      </p:cxnSp>
      <p:cxnSp>
        <p:nvCxnSpPr>
          <p:cNvPr id="713" name="Google Shape;713;p107"/>
          <p:cNvCxnSpPr/>
          <p:nvPr/>
        </p:nvCxnSpPr>
        <p:spPr>
          <a:xfrm flipH="1" rot="10800000">
            <a:off x="4745227" y="3279139"/>
            <a:ext cx="3418200" cy="74700"/>
          </a:xfrm>
          <a:prstGeom prst="straightConnector1">
            <a:avLst/>
          </a:prstGeom>
          <a:noFill/>
          <a:ln cap="flat" cmpd="sng" w="38100">
            <a:solidFill>
              <a:schemeClr val="dk2"/>
            </a:solidFill>
            <a:prstDash val="solid"/>
            <a:round/>
            <a:headEnd len="sm" w="sm" type="none"/>
            <a:tailEnd len="sm" w="sm"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0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Utilizing the sigmoid function</a:t>
            </a:r>
            <a:endParaRPr b="0" i="0" sz="1400" u="none" cap="none" strike="noStrike">
              <a:solidFill>
                <a:srgbClr val="000000"/>
              </a:solidFill>
              <a:latin typeface="Arial"/>
              <a:ea typeface="Arial"/>
              <a:cs typeface="Arial"/>
              <a:sym typeface="Arial"/>
            </a:endParaRPr>
          </a:p>
        </p:txBody>
      </p:sp>
      <p:sp>
        <p:nvSpPr>
          <p:cNvPr id="719" name="Google Shape;719;p108"/>
          <p:cNvSpPr txBox="1"/>
          <p:nvPr>
            <p:ph idx="1" type="body"/>
          </p:nvPr>
        </p:nvSpPr>
        <p:spPr>
          <a:xfrm>
            <a:off x="311700" y="736350"/>
            <a:ext cx="8520600" cy="4007700"/>
          </a:xfrm>
          <a:prstGeom prst="rect">
            <a:avLst/>
          </a:prstGeom>
          <a:noFill/>
          <a:ln>
            <a:noFill/>
          </a:ln>
        </p:spPr>
        <p:txBody>
          <a:bodyPr anchorCtr="0" anchor="t" bIns="91425" lIns="91425" spcFirstLastPara="1" rIns="91425" wrap="square" tIns="91425">
            <a:normAutofit fontScale="77500" lnSpcReduction="20000"/>
          </a:bodyPr>
          <a:lstStyle/>
          <a:p>
            <a:pPr indent="-244983" lvl="0" marL="400050" marR="0" rtl="0" algn="l">
              <a:lnSpc>
                <a:spcPct val="100000"/>
              </a:lnSpc>
              <a:spcBef>
                <a:spcPts val="0"/>
              </a:spcBef>
              <a:spcAft>
                <a:spcPts val="0"/>
              </a:spcAft>
              <a:buClr>
                <a:srgbClr val="0D5097"/>
              </a:buClr>
              <a:buSzPct val="90000"/>
              <a:buFont typeface="Arial"/>
              <a:buChar char="▪"/>
            </a:pPr>
            <a:r>
              <a:rPr b="0" i="0" lang="en" sz="2800" u="none" cap="none" strike="noStrike">
                <a:solidFill>
                  <a:schemeClr val="dk1"/>
                </a:solidFill>
                <a:latin typeface="Arial"/>
                <a:ea typeface="Arial"/>
                <a:cs typeface="Arial"/>
                <a:sym typeface="Arial"/>
              </a:rPr>
              <a:t>Add sigmoid to function</a:t>
            </a:r>
            <a:endParaRPr b="0" i="0" sz="2800" u="none" cap="none" strike="noStrike">
              <a:solidFill>
                <a:schemeClr val="dk1"/>
              </a:solidFill>
              <a:latin typeface="Arial"/>
              <a:ea typeface="Arial"/>
              <a:cs typeface="Arial"/>
              <a:sym typeface="Arial"/>
            </a:endParaRPr>
          </a:p>
          <a:p>
            <a:pPr indent="-120967" lvl="0" marL="400050" marR="0" rtl="0" algn="l">
              <a:lnSpc>
                <a:spcPct val="100000"/>
              </a:lnSpc>
              <a:spcBef>
                <a:spcPts val="1200"/>
              </a:spcBef>
              <a:spcAft>
                <a:spcPts val="0"/>
              </a:spcAft>
              <a:buClr>
                <a:schemeClr val="dk1"/>
              </a:buClr>
              <a:buSzPct val="90000"/>
              <a:buFont typeface="Arial"/>
              <a:buNone/>
            </a:pPr>
            <a:br>
              <a:rPr b="0" i="0" lang="en" sz="2800" u="none" cap="none" strike="noStrike">
                <a:solidFill>
                  <a:schemeClr val="dk1"/>
                </a:solidFill>
                <a:latin typeface="Arial"/>
                <a:ea typeface="Arial"/>
                <a:cs typeface="Arial"/>
                <a:sym typeface="Arial"/>
              </a:rPr>
            </a:br>
            <a:endParaRPr b="0" i="0" sz="2800" u="none" cap="none" strike="noStrike">
              <a:solidFill>
                <a:schemeClr val="dk1"/>
              </a:solidFill>
              <a:latin typeface="Arial"/>
              <a:ea typeface="Arial"/>
              <a:cs typeface="Arial"/>
              <a:sym typeface="Arial"/>
            </a:endParaRPr>
          </a:p>
          <a:p>
            <a:pPr indent="-120967" lvl="0" marL="400050" marR="0" rtl="0" algn="l">
              <a:lnSpc>
                <a:spcPct val="100000"/>
              </a:lnSpc>
              <a:spcBef>
                <a:spcPts val="1200"/>
              </a:spcBef>
              <a:spcAft>
                <a:spcPts val="0"/>
              </a:spcAft>
              <a:buClr>
                <a:schemeClr val="dk1"/>
              </a:buClr>
              <a:buSzPct val="90000"/>
              <a:buFont typeface="Arial"/>
              <a:buNone/>
            </a:pPr>
            <a:r>
              <a:t/>
            </a:r>
            <a:endParaRPr b="0" i="0" sz="2800" u="none" cap="none" strike="noStrike">
              <a:solidFill>
                <a:schemeClr val="dk1"/>
              </a:solidFill>
              <a:latin typeface="Arial"/>
              <a:ea typeface="Arial"/>
              <a:cs typeface="Arial"/>
              <a:sym typeface="Arial"/>
            </a:endParaRPr>
          </a:p>
          <a:p>
            <a:pPr indent="-244983" lvl="0" marL="400050" marR="0" rtl="0" algn="l">
              <a:lnSpc>
                <a:spcPct val="100000"/>
              </a:lnSpc>
              <a:spcBef>
                <a:spcPts val="1200"/>
              </a:spcBef>
              <a:spcAft>
                <a:spcPts val="0"/>
              </a:spcAft>
              <a:buClr>
                <a:srgbClr val="0D5097"/>
              </a:buClr>
              <a:buSzPct val="90000"/>
              <a:buFont typeface="Arial"/>
              <a:buChar char="▪"/>
            </a:pPr>
            <a:r>
              <a:rPr b="0" i="0" lang="en" sz="2800" u="none" cap="none" strike="noStrike">
                <a:solidFill>
                  <a:schemeClr val="dk1"/>
                </a:solidFill>
                <a:latin typeface="Arial"/>
                <a:ea typeface="Arial"/>
                <a:cs typeface="Arial"/>
                <a:sym typeface="Arial"/>
              </a:rPr>
              <a:t>Here, m is the slope / direction of  0 / 1 assignment and b is the offset</a:t>
            </a:r>
            <a:br>
              <a:rPr b="0" i="0" lang="en" sz="2800" u="none" cap="none" strike="noStrike">
                <a:solidFill>
                  <a:schemeClr val="dk1"/>
                </a:solidFill>
                <a:latin typeface="Arial"/>
                <a:ea typeface="Arial"/>
                <a:cs typeface="Arial"/>
                <a:sym typeface="Arial"/>
              </a:rPr>
            </a:br>
            <a:endParaRPr b="0" i="0" sz="2800" u="none" cap="none" strike="noStrike">
              <a:solidFill>
                <a:schemeClr val="dk1"/>
              </a:solidFill>
              <a:latin typeface="Arial"/>
              <a:ea typeface="Arial"/>
              <a:cs typeface="Arial"/>
              <a:sym typeface="Arial"/>
            </a:endParaRPr>
          </a:p>
          <a:p>
            <a:pPr indent="-244983" lvl="0" marL="400050" marR="0" rtl="0" algn="l">
              <a:lnSpc>
                <a:spcPct val="100000"/>
              </a:lnSpc>
              <a:spcBef>
                <a:spcPts val="1200"/>
              </a:spcBef>
              <a:spcAft>
                <a:spcPts val="0"/>
              </a:spcAft>
              <a:buClr>
                <a:srgbClr val="0D5097"/>
              </a:buClr>
              <a:buSzPct val="90000"/>
              <a:buFont typeface="Arial"/>
              <a:buChar char="▪"/>
            </a:pPr>
            <a:r>
              <a:rPr b="0" i="0" lang="en" sz="2800" u="none" cap="none" strike="noStrike">
                <a:solidFill>
                  <a:schemeClr val="dk1"/>
                </a:solidFill>
                <a:latin typeface="Arial"/>
                <a:ea typeface="Arial"/>
                <a:cs typeface="Arial"/>
                <a:sym typeface="Arial"/>
              </a:rPr>
              <a:t>In multiple dimensions, this is very powerful</a:t>
            </a:r>
            <a:br>
              <a:rPr b="0" i="0" lang="en" sz="2800" u="none" cap="none" strike="noStrike">
                <a:solidFill>
                  <a:schemeClr val="dk1"/>
                </a:solidFill>
                <a:latin typeface="Arial"/>
                <a:ea typeface="Arial"/>
                <a:cs typeface="Arial"/>
                <a:sym typeface="Arial"/>
              </a:rPr>
            </a:br>
            <a:endParaRPr b="0" i="0" sz="2800" u="none" cap="none" strike="noStrike">
              <a:solidFill>
                <a:schemeClr val="dk1"/>
              </a:solidFill>
              <a:latin typeface="Arial"/>
              <a:ea typeface="Arial"/>
              <a:cs typeface="Arial"/>
              <a:sym typeface="Arial"/>
            </a:endParaRPr>
          </a:p>
          <a:p>
            <a:pPr indent="-258761" lvl="0" marL="400050" marR="0" rtl="0" algn="l">
              <a:lnSpc>
                <a:spcPct val="100000"/>
              </a:lnSpc>
              <a:spcBef>
                <a:spcPts val="1200"/>
              </a:spcBef>
              <a:spcAft>
                <a:spcPts val="0"/>
              </a:spcAft>
              <a:buClr>
                <a:schemeClr val="dk1"/>
              </a:buClr>
              <a:buSzPct val="100000"/>
              <a:buFont typeface="Arial"/>
              <a:buChar char="▪"/>
            </a:pPr>
            <a:r>
              <a:rPr b="0" i="0" lang="en" sz="2800" u="none" cap="none" strike="noStrike">
                <a:solidFill>
                  <a:schemeClr val="dk1"/>
                </a:solidFill>
                <a:latin typeface="Arial"/>
                <a:ea typeface="Arial"/>
                <a:cs typeface="Arial"/>
                <a:sym typeface="Arial"/>
              </a:rPr>
              <a:t>Unfortunately, you cannot solve it (w/MSE or otherwise) analytically (i.e., take the gradient and set it to zero)</a:t>
            </a:r>
            <a:endParaRPr b="0" i="0" sz="2800" u="none" cap="none" strike="noStrike">
              <a:solidFill>
                <a:schemeClr val="dk1"/>
              </a:solidFill>
              <a:latin typeface="Arial"/>
              <a:ea typeface="Arial"/>
              <a:cs typeface="Arial"/>
              <a:sym typeface="Arial"/>
            </a:endParaRPr>
          </a:p>
        </p:txBody>
      </p:sp>
      <p:pic>
        <p:nvPicPr>
          <p:cNvPr id="720" name="Google Shape;720;p108"/>
          <p:cNvPicPr preferRelativeResize="0"/>
          <p:nvPr/>
        </p:nvPicPr>
        <p:blipFill rotWithShape="1">
          <a:blip r:embed="rId3">
            <a:alphaModFix/>
          </a:blip>
          <a:srcRect b="0" l="0" r="0" t="0"/>
          <a:stretch/>
        </p:blipFill>
        <p:spPr>
          <a:xfrm>
            <a:off x="2233418" y="1243053"/>
            <a:ext cx="4677159" cy="87563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0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Other Activations</a:t>
            </a:r>
            <a:endParaRPr b="0" i="0" sz="1400" u="none" cap="none" strike="noStrike">
              <a:solidFill>
                <a:srgbClr val="000000"/>
              </a:solidFill>
              <a:latin typeface="Arial"/>
              <a:ea typeface="Arial"/>
              <a:cs typeface="Arial"/>
              <a:sym typeface="Arial"/>
            </a:endParaRPr>
          </a:p>
        </p:txBody>
      </p:sp>
      <p:sp>
        <p:nvSpPr>
          <p:cNvPr id="726" name="Google Shape;726;p109"/>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lnSpcReduction="10000"/>
          </a:bodyPr>
          <a:lstStyle/>
          <a:p>
            <a:pPr indent="-280987" lvl="0" marL="400050" marR="0" rtl="0" algn="l">
              <a:lnSpc>
                <a:spcPct val="100000"/>
              </a:lnSpc>
              <a:spcBef>
                <a:spcPts val="600"/>
              </a:spcBef>
              <a:spcAft>
                <a:spcPts val="0"/>
              </a:spcAft>
              <a:buClr>
                <a:srgbClr val="0D5097"/>
              </a:buClr>
              <a:buSzPts val="2520"/>
              <a:buFont typeface="Arial"/>
              <a:buChar char="▪"/>
            </a:pPr>
            <a:r>
              <a:rPr b="0" i="0" lang="en" sz="2400" u="none" cap="none" strike="noStrike">
                <a:solidFill>
                  <a:srgbClr val="000000"/>
                </a:solidFill>
                <a:latin typeface="Arial"/>
                <a:ea typeface="Arial"/>
                <a:cs typeface="Arial"/>
                <a:sym typeface="Arial"/>
              </a:rPr>
              <a:t>Rectified Linear Units (ReLU)</a:t>
            </a:r>
            <a:endParaRPr b="0" i="0" sz="2400" u="none" cap="none" strike="noStrike">
              <a:solidFill>
                <a:srgbClr val="000000"/>
              </a:solidFill>
              <a:latin typeface="Arial"/>
              <a:ea typeface="Arial"/>
              <a:cs typeface="Arial"/>
              <a:sym typeface="Arial"/>
            </a:endParaRPr>
          </a:p>
          <a:p>
            <a:pPr indent="-280987" lvl="0" marL="400050" marR="0" rtl="0" algn="l">
              <a:lnSpc>
                <a:spcPct val="100000"/>
              </a:lnSpc>
              <a:spcBef>
                <a:spcPts val="600"/>
              </a:spcBef>
              <a:spcAft>
                <a:spcPts val="0"/>
              </a:spcAft>
              <a:buClr>
                <a:srgbClr val="0D5097"/>
              </a:buClr>
              <a:buSzPts val="2520"/>
              <a:buFont typeface="Arial"/>
              <a:buChar char="▪"/>
            </a:pPr>
            <a:r>
              <a:rPr b="0" i="0" lang="en" sz="2400" u="none" cap="none" strike="noStrike">
                <a:solidFill>
                  <a:srgbClr val="000000"/>
                </a:solidFill>
                <a:latin typeface="Arial"/>
                <a:ea typeface="Arial"/>
                <a:cs typeface="Arial"/>
                <a:sym typeface="Arial"/>
              </a:rPr>
              <a:t>Hyperbolic tangent functions (tanh)</a:t>
            </a:r>
            <a:endParaRPr b="0" i="0" sz="2400" u="none" cap="none" strike="noStrike">
              <a:solidFill>
                <a:srgbClr val="000000"/>
              </a:solidFill>
              <a:latin typeface="Arial"/>
              <a:ea typeface="Arial"/>
              <a:cs typeface="Arial"/>
              <a:sym typeface="Arial"/>
            </a:endParaRPr>
          </a:p>
          <a:p>
            <a:pPr indent="-280987" lvl="0" marL="400050" marR="0" rtl="0" algn="l">
              <a:lnSpc>
                <a:spcPct val="100000"/>
              </a:lnSpc>
              <a:spcBef>
                <a:spcPts val="600"/>
              </a:spcBef>
              <a:spcAft>
                <a:spcPts val="0"/>
              </a:spcAft>
              <a:buClr>
                <a:srgbClr val="0D5097"/>
              </a:buClr>
              <a:buSzPts val="2520"/>
              <a:buFont typeface="Arial"/>
              <a:buChar char="▪"/>
            </a:pPr>
            <a:r>
              <a:rPr b="0" i="0" lang="en" sz="2400" u="none" cap="none" strike="noStrike">
                <a:solidFill>
                  <a:srgbClr val="000000"/>
                </a:solidFill>
                <a:latin typeface="Arial"/>
                <a:ea typeface="Arial"/>
                <a:cs typeface="Arial"/>
                <a:sym typeface="Arial"/>
              </a:rPr>
              <a:t>Softmax activation (softmax)</a:t>
            </a:r>
            <a:endParaRPr b="0" i="0" sz="2400" u="none" cap="none" strike="noStrike">
              <a:solidFill>
                <a:srgbClr val="000000"/>
              </a:solidFill>
              <a:latin typeface="Arial"/>
              <a:ea typeface="Arial"/>
              <a:cs typeface="Arial"/>
              <a:sym typeface="Arial"/>
            </a:endParaRPr>
          </a:p>
          <a:p>
            <a:pPr indent="-280987" lvl="0" marL="400050" marR="0" rtl="0" algn="l">
              <a:lnSpc>
                <a:spcPct val="100000"/>
              </a:lnSpc>
              <a:spcBef>
                <a:spcPts val="600"/>
              </a:spcBef>
              <a:spcAft>
                <a:spcPts val="0"/>
              </a:spcAft>
              <a:buClr>
                <a:srgbClr val="0D5097"/>
              </a:buClr>
              <a:buSzPts val="2520"/>
              <a:buFont typeface="Arial"/>
              <a:buChar char="▪"/>
            </a:pPr>
            <a:r>
              <a:rPr b="0" i="0" lang="en" sz="2400" u="none" cap="none" strike="noStrike">
                <a:solidFill>
                  <a:srgbClr val="000000"/>
                </a:solidFill>
                <a:latin typeface="Arial"/>
                <a:ea typeface="Arial"/>
                <a:cs typeface="Arial"/>
                <a:sym typeface="Arial"/>
              </a:rPr>
              <a:t>Linear activation</a:t>
            </a:r>
            <a:br>
              <a:rPr b="0" i="0" lang="en" sz="2400" u="none" cap="none" strike="noStrike">
                <a:solidFill>
                  <a:srgbClr val="000000"/>
                </a:solidFill>
                <a:latin typeface="Arial"/>
                <a:ea typeface="Arial"/>
                <a:cs typeface="Arial"/>
                <a:sym typeface="Arial"/>
              </a:rPr>
            </a:br>
            <a:endParaRPr b="0" i="0" sz="2400" u="none" cap="none" strike="noStrike">
              <a:solidFill>
                <a:srgbClr val="000000"/>
              </a:solidFill>
              <a:latin typeface="Arial"/>
              <a:ea typeface="Arial"/>
              <a:cs typeface="Arial"/>
              <a:sym typeface="Arial"/>
            </a:endParaRPr>
          </a:p>
          <a:p>
            <a:pPr indent="-280987" lvl="0" marL="400050" marR="0" rtl="0" algn="l">
              <a:lnSpc>
                <a:spcPct val="100000"/>
              </a:lnSpc>
              <a:spcBef>
                <a:spcPts val="1200"/>
              </a:spcBef>
              <a:spcAft>
                <a:spcPts val="0"/>
              </a:spcAft>
              <a:buClr>
                <a:srgbClr val="0D5097"/>
              </a:buClr>
              <a:buSzPts val="2520"/>
              <a:buFont typeface="Noto Sans Symbols"/>
              <a:buChar char="▪"/>
            </a:pPr>
            <a:r>
              <a:rPr b="0" i="0" lang="en" sz="2800" u="none" cap="none" strike="noStrike">
                <a:solidFill>
                  <a:srgbClr val="000000"/>
                </a:solidFill>
                <a:latin typeface="Arial"/>
                <a:ea typeface="Arial"/>
                <a:cs typeface="Arial"/>
                <a:sym typeface="Arial"/>
              </a:rPr>
              <a:t>An </a:t>
            </a:r>
            <a:r>
              <a:rPr b="1" i="0" lang="en" sz="2800" u="none" cap="none" strike="noStrike">
                <a:solidFill>
                  <a:srgbClr val="FF0000"/>
                </a:solidFill>
                <a:latin typeface="Arial"/>
                <a:ea typeface="Arial"/>
                <a:cs typeface="Arial"/>
                <a:sym typeface="Arial"/>
              </a:rPr>
              <a:t>activation function </a:t>
            </a:r>
            <a:r>
              <a:rPr b="0" i="0" lang="en" sz="2800" u="none" cap="none" strike="noStrike">
                <a:solidFill>
                  <a:srgbClr val="000000"/>
                </a:solidFill>
                <a:latin typeface="Arial"/>
                <a:ea typeface="Arial"/>
                <a:cs typeface="Arial"/>
                <a:sym typeface="Arial"/>
              </a:rPr>
              <a:t>is any nonlinearity that can be applied to a linear function to gain complexity in representation.</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120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1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Classification</a:t>
            </a:r>
            <a:endParaRPr b="0" i="0" sz="1400" u="none" cap="none" strike="noStrike">
              <a:solidFill>
                <a:srgbClr val="000000"/>
              </a:solidFill>
              <a:latin typeface="Arial"/>
              <a:ea typeface="Arial"/>
              <a:cs typeface="Arial"/>
              <a:sym typeface="Arial"/>
            </a:endParaRPr>
          </a:p>
        </p:txBody>
      </p:sp>
      <p:cxnSp>
        <p:nvCxnSpPr>
          <p:cNvPr id="732" name="Google Shape;732;p110"/>
          <p:cNvCxnSpPr/>
          <p:nvPr/>
        </p:nvCxnSpPr>
        <p:spPr>
          <a:xfrm rot="10800000">
            <a:off x="2469458" y="919926"/>
            <a:ext cx="14100" cy="3654900"/>
          </a:xfrm>
          <a:prstGeom prst="straightConnector1">
            <a:avLst/>
          </a:prstGeom>
          <a:noFill/>
          <a:ln cap="flat" cmpd="sng" w="25400">
            <a:solidFill>
              <a:srgbClr val="000000"/>
            </a:solidFill>
            <a:prstDash val="solid"/>
            <a:round/>
            <a:headEnd len="sm" w="sm" type="none"/>
            <a:tailEnd len="med" w="med" type="stealth"/>
          </a:ln>
        </p:spPr>
      </p:cxnSp>
      <p:cxnSp>
        <p:nvCxnSpPr>
          <p:cNvPr id="733" name="Google Shape;733;p110"/>
          <p:cNvCxnSpPr/>
          <p:nvPr/>
        </p:nvCxnSpPr>
        <p:spPr>
          <a:xfrm>
            <a:off x="2398890" y="4490158"/>
            <a:ext cx="5291700" cy="0"/>
          </a:xfrm>
          <a:prstGeom prst="straightConnector1">
            <a:avLst/>
          </a:prstGeom>
          <a:noFill/>
          <a:ln cap="flat" cmpd="sng" w="25400">
            <a:solidFill>
              <a:srgbClr val="000000"/>
            </a:solidFill>
            <a:prstDash val="solid"/>
            <a:round/>
            <a:headEnd len="sm" w="sm" type="none"/>
            <a:tailEnd len="med" w="med" type="stealth"/>
          </a:ln>
        </p:spPr>
      </p:cxnSp>
      <p:sp>
        <p:nvSpPr>
          <p:cNvPr id="734" name="Google Shape;734;p110"/>
          <p:cNvSpPr/>
          <p:nvPr/>
        </p:nvSpPr>
        <p:spPr>
          <a:xfrm rot="2719548">
            <a:off x="5588079" y="2729421"/>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35" name="Google Shape;735;p110"/>
          <p:cNvSpPr/>
          <p:nvPr/>
        </p:nvSpPr>
        <p:spPr>
          <a:xfrm rot="2719548">
            <a:off x="5463753" y="189656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36" name="Google Shape;736;p110"/>
          <p:cNvSpPr txBox="1"/>
          <p:nvPr/>
        </p:nvSpPr>
        <p:spPr>
          <a:xfrm>
            <a:off x="4388556" y="4603044"/>
            <a:ext cx="25974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How much did you play?</a:t>
            </a:r>
            <a:endParaRPr b="0" i="0" sz="1500" u="none" cap="none" strike="noStrike">
              <a:solidFill>
                <a:srgbClr val="000000"/>
              </a:solidFill>
              <a:latin typeface="Arial"/>
              <a:ea typeface="Arial"/>
              <a:cs typeface="Arial"/>
              <a:sym typeface="Arial"/>
            </a:endParaRPr>
          </a:p>
        </p:txBody>
      </p:sp>
      <p:sp>
        <p:nvSpPr>
          <p:cNvPr id="737" name="Google Shape;737;p110"/>
          <p:cNvSpPr txBox="1"/>
          <p:nvPr/>
        </p:nvSpPr>
        <p:spPr>
          <a:xfrm>
            <a:off x="364066" y="2328334"/>
            <a:ext cx="1953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How much did you</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study?</a:t>
            </a:r>
            <a:endParaRPr b="0" i="0" sz="1100" u="none" cap="none" strike="noStrike">
              <a:solidFill>
                <a:srgbClr val="000000"/>
              </a:solidFill>
              <a:latin typeface="Arial"/>
              <a:ea typeface="Arial"/>
              <a:cs typeface="Arial"/>
              <a:sym typeface="Arial"/>
            </a:endParaRPr>
          </a:p>
        </p:txBody>
      </p:sp>
      <p:sp>
        <p:nvSpPr>
          <p:cNvPr id="738" name="Google Shape;738;p110"/>
          <p:cNvSpPr/>
          <p:nvPr/>
        </p:nvSpPr>
        <p:spPr>
          <a:xfrm rot="2719548">
            <a:off x="5339427" y="333634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39" name="Google Shape;739;p110"/>
          <p:cNvSpPr/>
          <p:nvPr/>
        </p:nvSpPr>
        <p:spPr>
          <a:xfrm rot="2719548">
            <a:off x="4916983" y="2218748"/>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0" name="Google Shape;740;p110"/>
          <p:cNvSpPr/>
          <p:nvPr/>
        </p:nvSpPr>
        <p:spPr>
          <a:xfrm rot="2719548">
            <a:off x="3890291" y="1512894"/>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1" name="Google Shape;741;p110"/>
          <p:cNvSpPr/>
          <p:nvPr/>
        </p:nvSpPr>
        <p:spPr>
          <a:xfrm rot="2719548">
            <a:off x="3026690" y="3349716"/>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2" name="Google Shape;742;p110"/>
          <p:cNvSpPr/>
          <p:nvPr/>
        </p:nvSpPr>
        <p:spPr>
          <a:xfrm rot="2719548">
            <a:off x="4457111" y="2026242"/>
            <a:ext cx="522278" cy="522278"/>
          </a:xfrm>
          <a:prstGeom prst="plus">
            <a:avLst>
              <a:gd fmla="val 39474" name="adj"/>
            </a:avLst>
          </a:prstGeom>
          <a:solidFill>
            <a:srgbClr val="FF0000"/>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3" name="Google Shape;743;p110"/>
          <p:cNvSpPr/>
          <p:nvPr/>
        </p:nvSpPr>
        <p:spPr>
          <a:xfrm rot="2719548">
            <a:off x="2657721" y="2820326"/>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4" name="Google Shape;744;p110"/>
          <p:cNvSpPr/>
          <p:nvPr/>
        </p:nvSpPr>
        <p:spPr>
          <a:xfrm rot="2719548">
            <a:off x="3745910" y="3547567"/>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5" name="Google Shape;745;p110"/>
          <p:cNvSpPr/>
          <p:nvPr/>
        </p:nvSpPr>
        <p:spPr>
          <a:xfrm rot="2719548">
            <a:off x="3483890" y="3806916"/>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6" name="Google Shape;746;p110"/>
          <p:cNvSpPr/>
          <p:nvPr/>
        </p:nvSpPr>
        <p:spPr>
          <a:xfrm rot="2719548">
            <a:off x="3061448" y="3945947"/>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7" name="Google Shape;747;p110"/>
          <p:cNvSpPr/>
          <p:nvPr/>
        </p:nvSpPr>
        <p:spPr>
          <a:xfrm rot="2719548">
            <a:off x="3366249" y="2913908"/>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8" name="Google Shape;748;p110"/>
          <p:cNvSpPr/>
          <p:nvPr/>
        </p:nvSpPr>
        <p:spPr>
          <a:xfrm rot="2719548">
            <a:off x="4454438" y="3560939"/>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49" name="Google Shape;749;p110"/>
          <p:cNvSpPr txBox="1"/>
          <p:nvPr/>
        </p:nvSpPr>
        <p:spPr>
          <a:xfrm>
            <a:off x="3344333" y="581379"/>
            <a:ext cx="3301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0000"/>
                </a:solidFill>
                <a:latin typeface="Arial"/>
                <a:ea typeface="Arial"/>
                <a:cs typeface="Arial"/>
                <a:sym typeface="Arial"/>
              </a:rPr>
              <a:t>Did you pass the course?</a:t>
            </a:r>
            <a:endParaRPr b="0" i="0" sz="2100" u="none" cap="none" strike="noStrike">
              <a:solidFill>
                <a:srgbClr val="000000"/>
              </a:solidFill>
              <a:latin typeface="Arial"/>
              <a:ea typeface="Arial"/>
              <a:cs typeface="Arial"/>
              <a:sym typeface="Arial"/>
            </a:endParaRPr>
          </a:p>
        </p:txBody>
      </p:sp>
      <p:sp>
        <p:nvSpPr>
          <p:cNvPr id="750" name="Google Shape;750;p110"/>
          <p:cNvSpPr/>
          <p:nvPr/>
        </p:nvSpPr>
        <p:spPr>
          <a:xfrm rot="2719548">
            <a:off x="5034788" y="3740952"/>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51" name="Google Shape;751;p110"/>
          <p:cNvSpPr/>
          <p:nvPr/>
        </p:nvSpPr>
        <p:spPr>
          <a:xfrm rot="2719548">
            <a:off x="5531765" y="3837590"/>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52" name="Google Shape;752;p110"/>
          <p:cNvSpPr/>
          <p:nvPr/>
        </p:nvSpPr>
        <p:spPr>
          <a:xfrm rot="2719548">
            <a:off x="3253961" y="1380169"/>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53" name="Google Shape;753;p110"/>
          <p:cNvSpPr/>
          <p:nvPr/>
        </p:nvSpPr>
        <p:spPr>
          <a:xfrm rot="2719548">
            <a:off x="3102107" y="2277542"/>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54" name="Google Shape;754;p110"/>
          <p:cNvSpPr/>
          <p:nvPr/>
        </p:nvSpPr>
        <p:spPr>
          <a:xfrm rot="2719548">
            <a:off x="2549912" y="1297334"/>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55" name="Google Shape;755;p110"/>
          <p:cNvSpPr/>
          <p:nvPr/>
        </p:nvSpPr>
        <p:spPr>
          <a:xfrm rot="2719548">
            <a:off x="2646546" y="2084261"/>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756" name="Google Shape;756;p110"/>
          <p:cNvSpPr/>
          <p:nvPr/>
        </p:nvSpPr>
        <p:spPr>
          <a:xfrm rot="2719548">
            <a:off x="4496399" y="3961843"/>
            <a:ext cx="522278" cy="522278"/>
          </a:xfrm>
          <a:prstGeom prst="plus">
            <a:avLst>
              <a:gd fmla="val 39474" name="adj"/>
            </a:avLst>
          </a:prstGeom>
          <a:solidFill>
            <a:srgbClr val="0F6FC6"/>
          </a:solid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pic>
        <p:nvPicPr>
          <p:cNvPr id="757" name="Google Shape;757;p110"/>
          <p:cNvPicPr preferRelativeResize="0"/>
          <p:nvPr/>
        </p:nvPicPr>
        <p:blipFill rotWithShape="1">
          <a:blip r:embed="rId3">
            <a:alphaModFix/>
          </a:blip>
          <a:srcRect b="0" l="0" r="0" t="0"/>
          <a:stretch/>
        </p:blipFill>
        <p:spPr>
          <a:xfrm>
            <a:off x="7893922" y="4603052"/>
            <a:ext cx="435695" cy="323100"/>
          </a:xfrm>
          <a:prstGeom prst="rect">
            <a:avLst/>
          </a:prstGeom>
          <a:noFill/>
          <a:ln>
            <a:noFill/>
          </a:ln>
        </p:spPr>
      </p:pic>
      <p:pic>
        <p:nvPicPr>
          <p:cNvPr id="758" name="Google Shape;758;p110"/>
          <p:cNvPicPr preferRelativeResize="0"/>
          <p:nvPr/>
        </p:nvPicPr>
        <p:blipFill rotWithShape="1">
          <a:blip r:embed="rId4">
            <a:alphaModFix/>
          </a:blip>
          <a:srcRect b="0" l="0" r="0" t="0"/>
          <a:stretch/>
        </p:blipFill>
        <p:spPr>
          <a:xfrm>
            <a:off x="1881972" y="680877"/>
            <a:ext cx="435700" cy="31600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1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The Sigmoid Function in 2-D</a:t>
            </a:r>
            <a:endParaRPr b="0" i="0" sz="1400" u="none" cap="none" strike="noStrike">
              <a:solidFill>
                <a:srgbClr val="000000"/>
              </a:solidFill>
              <a:latin typeface="Arial"/>
              <a:ea typeface="Arial"/>
              <a:cs typeface="Arial"/>
              <a:sym typeface="Arial"/>
            </a:endParaRPr>
          </a:p>
        </p:txBody>
      </p:sp>
      <p:pic>
        <p:nvPicPr>
          <p:cNvPr id="764" name="Google Shape;764;p111"/>
          <p:cNvPicPr preferRelativeResize="0"/>
          <p:nvPr/>
        </p:nvPicPr>
        <p:blipFill rotWithShape="1">
          <a:blip r:embed="rId3">
            <a:alphaModFix/>
          </a:blip>
          <a:srcRect b="0" l="0" r="0" t="0"/>
          <a:stretch/>
        </p:blipFill>
        <p:spPr>
          <a:xfrm>
            <a:off x="439275" y="594400"/>
            <a:ext cx="4595050" cy="4349325"/>
          </a:xfrm>
          <a:prstGeom prst="rect">
            <a:avLst/>
          </a:prstGeom>
          <a:noFill/>
          <a:ln>
            <a:noFill/>
          </a:ln>
        </p:spPr>
      </p:pic>
      <p:sp>
        <p:nvSpPr>
          <p:cNvPr id="765" name="Google Shape;765;p111"/>
          <p:cNvSpPr txBox="1"/>
          <p:nvPr/>
        </p:nvSpPr>
        <p:spPr>
          <a:xfrm>
            <a:off x="5468100" y="1023700"/>
            <a:ext cx="31710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Inference: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Anything above a threshold is a positive sample</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Anything below a threshold is a negative sample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1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In Vector Notation</a:t>
            </a:r>
            <a:endParaRPr b="0" i="0" sz="1400" u="none" cap="none" strike="noStrike">
              <a:solidFill>
                <a:srgbClr val="000000"/>
              </a:solidFill>
              <a:latin typeface="Arial"/>
              <a:ea typeface="Arial"/>
              <a:cs typeface="Arial"/>
              <a:sym typeface="Arial"/>
            </a:endParaRPr>
          </a:p>
        </p:txBody>
      </p:sp>
      <p:sp>
        <p:nvSpPr>
          <p:cNvPr id="771" name="Google Shape;771;p112"/>
          <p:cNvSpPr txBox="1"/>
          <p:nvPr>
            <p:ph idx="1" type="body"/>
          </p:nvPr>
        </p:nvSpPr>
        <p:spPr>
          <a:xfrm>
            <a:off x="311700" y="661675"/>
            <a:ext cx="4195200" cy="44361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Scalar notation</a:t>
            </a: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Multiple input dimensions scalar notation</a:t>
            </a: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Vectorized multiple input dimensions</a:t>
            </a:r>
            <a:endParaRPr b="0" i="0" sz="1400" u="none" cap="none" strike="noStrike">
              <a:solidFill>
                <a:srgbClr val="000000"/>
              </a:solidFill>
              <a:latin typeface="Arial"/>
              <a:ea typeface="Arial"/>
              <a:cs typeface="Arial"/>
              <a:sym typeface="Arial"/>
            </a:endParaRPr>
          </a:p>
        </p:txBody>
      </p:sp>
      <p:pic>
        <p:nvPicPr>
          <p:cNvPr id="772" name="Google Shape;772;p112"/>
          <p:cNvPicPr preferRelativeResize="0"/>
          <p:nvPr/>
        </p:nvPicPr>
        <p:blipFill rotWithShape="1">
          <a:blip r:embed="rId3">
            <a:alphaModFix/>
          </a:blip>
          <a:srcRect b="0" l="0" r="0" t="0"/>
          <a:stretch/>
        </p:blipFill>
        <p:spPr>
          <a:xfrm>
            <a:off x="1498250" y="1267550"/>
            <a:ext cx="1821501" cy="298369"/>
          </a:xfrm>
          <a:prstGeom prst="rect">
            <a:avLst/>
          </a:prstGeom>
          <a:noFill/>
          <a:ln>
            <a:noFill/>
          </a:ln>
        </p:spPr>
      </p:pic>
      <p:pic>
        <p:nvPicPr>
          <p:cNvPr id="773" name="Google Shape;773;p112"/>
          <p:cNvPicPr preferRelativeResize="0"/>
          <p:nvPr/>
        </p:nvPicPr>
        <p:blipFill rotWithShape="1">
          <a:blip r:embed="rId4">
            <a:alphaModFix/>
          </a:blip>
          <a:srcRect b="0" l="0" r="0" t="0"/>
          <a:stretch/>
        </p:blipFill>
        <p:spPr>
          <a:xfrm>
            <a:off x="1498250" y="2349125"/>
            <a:ext cx="2521674" cy="965225"/>
          </a:xfrm>
          <a:prstGeom prst="rect">
            <a:avLst/>
          </a:prstGeom>
          <a:noFill/>
          <a:ln>
            <a:noFill/>
          </a:ln>
        </p:spPr>
      </p:pic>
      <p:pic>
        <p:nvPicPr>
          <p:cNvPr id="774" name="Google Shape;774;p112"/>
          <p:cNvPicPr preferRelativeResize="0"/>
          <p:nvPr/>
        </p:nvPicPr>
        <p:blipFill rotWithShape="1">
          <a:blip r:embed="rId5">
            <a:alphaModFix/>
          </a:blip>
          <a:srcRect b="0" l="0" r="0" t="0"/>
          <a:stretch/>
        </p:blipFill>
        <p:spPr>
          <a:xfrm>
            <a:off x="1498251" y="4097550"/>
            <a:ext cx="1751184" cy="436675"/>
          </a:xfrm>
          <a:prstGeom prst="rect">
            <a:avLst/>
          </a:prstGeom>
          <a:noFill/>
          <a:ln>
            <a:noFill/>
          </a:ln>
        </p:spPr>
      </p:pic>
      <p:sp>
        <p:nvSpPr>
          <p:cNvPr id="775" name="Google Shape;775;p112"/>
          <p:cNvSpPr txBox="1"/>
          <p:nvPr>
            <p:ph idx="2" type="body"/>
          </p:nvPr>
        </p:nvSpPr>
        <p:spPr>
          <a:xfrm>
            <a:off x="4572000" y="661663"/>
            <a:ext cx="4195200" cy="39069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Multiple input / multiple output dimensions (might be used for inference)</a:t>
            </a: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Multiple data points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pic>
        <p:nvPicPr>
          <p:cNvPr id="776" name="Google Shape;776;p112"/>
          <p:cNvPicPr preferRelativeResize="0"/>
          <p:nvPr/>
        </p:nvPicPr>
        <p:blipFill rotWithShape="1">
          <a:blip r:embed="rId6">
            <a:alphaModFix/>
          </a:blip>
          <a:srcRect b="0" l="0" r="0" t="0"/>
          <a:stretch/>
        </p:blipFill>
        <p:spPr>
          <a:xfrm>
            <a:off x="5672596" y="1827997"/>
            <a:ext cx="1849156" cy="436675"/>
          </a:xfrm>
          <a:prstGeom prst="rect">
            <a:avLst/>
          </a:prstGeom>
          <a:noFill/>
          <a:ln>
            <a:noFill/>
          </a:ln>
        </p:spPr>
      </p:pic>
      <p:pic>
        <p:nvPicPr>
          <p:cNvPr id="777" name="Google Shape;777;p112"/>
          <p:cNvPicPr preferRelativeResize="0"/>
          <p:nvPr/>
        </p:nvPicPr>
        <p:blipFill rotWithShape="1">
          <a:blip r:embed="rId7">
            <a:alphaModFix/>
          </a:blip>
          <a:srcRect b="0" l="0" r="0" t="0"/>
          <a:stretch/>
        </p:blipFill>
        <p:spPr>
          <a:xfrm>
            <a:off x="5672602" y="3107808"/>
            <a:ext cx="1993990" cy="43666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1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Loss Functions</a:t>
            </a:r>
            <a:endParaRPr b="0" i="0" sz="1400" u="none" cap="none" strike="noStrike">
              <a:solidFill>
                <a:srgbClr val="000000"/>
              </a:solidFill>
              <a:latin typeface="Arial"/>
              <a:ea typeface="Arial"/>
              <a:cs typeface="Arial"/>
              <a:sym typeface="Arial"/>
            </a:endParaRPr>
          </a:p>
        </p:txBody>
      </p:sp>
      <p:pic>
        <p:nvPicPr>
          <p:cNvPr id="783" name="Google Shape;783;p113"/>
          <p:cNvPicPr preferRelativeResize="0"/>
          <p:nvPr/>
        </p:nvPicPr>
        <p:blipFill rotWithShape="1">
          <a:blip r:embed="rId3">
            <a:alphaModFix/>
          </a:blip>
          <a:srcRect b="0" l="0" r="0" t="0"/>
          <a:stretch/>
        </p:blipFill>
        <p:spPr>
          <a:xfrm>
            <a:off x="1074049" y="763700"/>
            <a:ext cx="1916187" cy="393600"/>
          </a:xfrm>
          <a:prstGeom prst="rect">
            <a:avLst/>
          </a:prstGeom>
          <a:noFill/>
          <a:ln>
            <a:noFill/>
          </a:ln>
        </p:spPr>
      </p:pic>
      <p:pic>
        <p:nvPicPr>
          <p:cNvPr id="784" name="Google Shape;784;p113"/>
          <p:cNvPicPr preferRelativeResize="0"/>
          <p:nvPr/>
        </p:nvPicPr>
        <p:blipFill rotWithShape="1">
          <a:blip r:embed="rId4">
            <a:alphaModFix/>
          </a:blip>
          <a:srcRect b="0" l="0" r="0" t="0"/>
          <a:stretch/>
        </p:blipFill>
        <p:spPr>
          <a:xfrm>
            <a:off x="1074050" y="1377425"/>
            <a:ext cx="3497950" cy="615891"/>
          </a:xfrm>
          <a:prstGeom prst="rect">
            <a:avLst/>
          </a:prstGeom>
          <a:noFill/>
          <a:ln>
            <a:noFill/>
          </a:ln>
        </p:spPr>
      </p:pic>
      <p:pic>
        <p:nvPicPr>
          <p:cNvPr id="785" name="Google Shape;785;p113"/>
          <p:cNvPicPr preferRelativeResize="0"/>
          <p:nvPr/>
        </p:nvPicPr>
        <p:blipFill rotWithShape="1">
          <a:blip r:embed="rId5">
            <a:alphaModFix/>
          </a:blip>
          <a:srcRect b="0" l="0" r="0" t="0"/>
          <a:stretch/>
        </p:blipFill>
        <p:spPr>
          <a:xfrm>
            <a:off x="1074050" y="2007975"/>
            <a:ext cx="5866743" cy="615900"/>
          </a:xfrm>
          <a:prstGeom prst="rect">
            <a:avLst/>
          </a:prstGeom>
          <a:noFill/>
          <a:ln>
            <a:noFill/>
          </a:ln>
        </p:spPr>
      </p:pic>
      <p:pic>
        <p:nvPicPr>
          <p:cNvPr id="786" name="Google Shape;786;p113"/>
          <p:cNvPicPr preferRelativeResize="0"/>
          <p:nvPr/>
        </p:nvPicPr>
        <p:blipFill rotWithShape="1">
          <a:blip r:embed="rId6">
            <a:alphaModFix/>
          </a:blip>
          <a:srcRect b="0" l="0" r="0" t="0"/>
          <a:stretch/>
        </p:blipFill>
        <p:spPr>
          <a:xfrm>
            <a:off x="3685850" y="2797875"/>
            <a:ext cx="1581150" cy="352425"/>
          </a:xfrm>
          <a:prstGeom prst="rect">
            <a:avLst/>
          </a:prstGeom>
          <a:noFill/>
          <a:ln>
            <a:noFill/>
          </a:ln>
        </p:spPr>
      </p:pic>
      <p:pic>
        <p:nvPicPr>
          <p:cNvPr id="787" name="Google Shape;787;p113"/>
          <p:cNvPicPr preferRelativeResize="0"/>
          <p:nvPr/>
        </p:nvPicPr>
        <p:blipFill rotWithShape="1">
          <a:blip r:embed="rId7">
            <a:alphaModFix/>
          </a:blip>
          <a:srcRect b="0" l="0" r="0" t="0"/>
          <a:stretch/>
        </p:blipFill>
        <p:spPr>
          <a:xfrm>
            <a:off x="3214363" y="3324300"/>
            <a:ext cx="2524125" cy="3333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1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Why solve with gradient descent</a:t>
            </a:r>
            <a:endParaRPr b="0" i="0" sz="1400" u="none" cap="none" strike="noStrike">
              <a:solidFill>
                <a:srgbClr val="000000"/>
              </a:solidFill>
              <a:latin typeface="Arial"/>
              <a:ea typeface="Arial"/>
              <a:cs typeface="Arial"/>
              <a:sym typeface="Arial"/>
            </a:endParaRPr>
          </a:p>
        </p:txBody>
      </p:sp>
      <p:sp>
        <p:nvSpPr>
          <p:cNvPr id="793" name="Google Shape;793;p114"/>
          <p:cNvSpPr txBox="1"/>
          <p:nvPr>
            <p:ph idx="1" type="body"/>
          </p:nvPr>
        </p:nvSpPr>
        <p:spPr>
          <a:xfrm>
            <a:off x="311700" y="736350"/>
            <a:ext cx="8520600" cy="4274400"/>
          </a:xfrm>
          <a:prstGeom prst="rect">
            <a:avLst/>
          </a:prstGeom>
          <a:noFill/>
          <a:ln>
            <a:noFill/>
          </a:ln>
        </p:spPr>
        <p:txBody>
          <a:bodyPr anchorCtr="0" anchor="t" bIns="91425" lIns="91425" spcFirstLastPara="1" rIns="91425" wrap="square" tIns="91425">
            <a:normAutofit fontScale="62500" lnSpcReduction="10000"/>
          </a:bodyPr>
          <a:lstStyle/>
          <a:p>
            <a:pPr indent="-220980" lvl="0" marL="400050" marR="0" rtl="0" algn="l">
              <a:lnSpc>
                <a:spcPct val="100000"/>
              </a:lnSpc>
              <a:spcBef>
                <a:spcPts val="0"/>
              </a:spcBef>
              <a:spcAft>
                <a:spcPts val="0"/>
              </a:spcAft>
              <a:buClr>
                <a:srgbClr val="0D5097"/>
              </a:buClr>
              <a:buSzPct val="90000"/>
              <a:buFont typeface="Arial"/>
              <a:buChar char="▪"/>
            </a:pPr>
            <a:r>
              <a:rPr b="0" i="0" lang="en" sz="2800" u="none" cap="none" strike="noStrike">
                <a:solidFill>
                  <a:srgbClr val="000000"/>
                </a:solidFill>
                <a:latin typeface="Arial"/>
                <a:ea typeface="Arial"/>
                <a:cs typeface="Arial"/>
                <a:sym typeface="Arial"/>
              </a:rPr>
              <a:t>Solving the systems of equations may not be feasible by setting derivatives equal to zero</a:t>
            </a:r>
            <a:endParaRPr b="0" i="0" sz="28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2856"/>
              <a:buFont typeface="Arial"/>
              <a:buNone/>
            </a:pPr>
            <a:br>
              <a:rPr b="0" i="0" lang="en" sz="2800" u="none" cap="none" strike="noStrike">
                <a:solidFill>
                  <a:srgbClr val="000000"/>
                </a:solidFill>
                <a:latin typeface="Arial"/>
                <a:ea typeface="Arial"/>
                <a:cs typeface="Arial"/>
                <a:sym typeface="Arial"/>
              </a:rPr>
            </a:br>
            <a:endParaRPr b="0" i="0" sz="28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2856"/>
              <a:buFont typeface="Arial"/>
              <a:buNone/>
            </a:pPr>
            <a:r>
              <a:t/>
            </a:r>
            <a:endParaRPr b="0" i="0" sz="28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2856"/>
              <a:buFont typeface="Arial"/>
              <a:buNone/>
            </a:pPr>
            <a:r>
              <a:t/>
            </a:r>
            <a:endParaRPr b="0" i="0" sz="28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2856"/>
              <a:buFont typeface="Arial"/>
              <a:buNone/>
            </a:pPr>
            <a:r>
              <a:t/>
            </a:r>
            <a:endParaRPr b="0" i="0" sz="28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2856"/>
              <a:buFont typeface="Arial"/>
              <a:buNone/>
            </a:pPr>
            <a:r>
              <a:t/>
            </a:r>
            <a:endParaRPr b="0" i="0" sz="28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ct val="102856"/>
              <a:buFont typeface="Arial"/>
              <a:buNone/>
            </a:pPr>
            <a:br>
              <a:rPr b="0" i="0" lang="en" sz="2800" u="none" cap="none" strike="noStrike">
                <a:solidFill>
                  <a:srgbClr val="000000"/>
                </a:solidFill>
                <a:latin typeface="Arial"/>
                <a:ea typeface="Arial"/>
                <a:cs typeface="Arial"/>
                <a:sym typeface="Arial"/>
              </a:rPr>
            </a:br>
            <a:br>
              <a:rPr b="0" i="0" lang="en" sz="2800" u="none" cap="none" strike="noStrike">
                <a:solidFill>
                  <a:srgbClr val="000000"/>
                </a:solidFill>
                <a:latin typeface="Arial"/>
                <a:ea typeface="Arial"/>
                <a:cs typeface="Arial"/>
                <a:sym typeface="Arial"/>
              </a:rPr>
            </a:br>
            <a:endParaRPr b="0" i="0" sz="2800" u="none" cap="none" strike="noStrike">
              <a:solidFill>
                <a:srgbClr val="000000"/>
              </a:solidFill>
              <a:latin typeface="Arial"/>
              <a:ea typeface="Arial"/>
              <a:cs typeface="Arial"/>
              <a:sym typeface="Arial"/>
            </a:endParaRPr>
          </a:p>
          <a:p>
            <a:pPr indent="-220980" lvl="0" marL="400050" marR="0" rtl="0" algn="l">
              <a:lnSpc>
                <a:spcPct val="100000"/>
              </a:lnSpc>
              <a:spcBef>
                <a:spcPts val="1200"/>
              </a:spcBef>
              <a:spcAft>
                <a:spcPts val="0"/>
              </a:spcAft>
              <a:buClr>
                <a:srgbClr val="0D5097"/>
              </a:buClr>
              <a:buSzPct val="90000"/>
              <a:buFont typeface="Arial"/>
              <a:buChar char="▪"/>
            </a:pPr>
            <a:r>
              <a:rPr b="0" i="0" lang="en" sz="2800" u="none" cap="none" strike="noStrike">
                <a:solidFill>
                  <a:srgbClr val="000000"/>
                </a:solidFill>
                <a:latin typeface="Arial"/>
                <a:ea typeface="Arial"/>
                <a:cs typeface="Arial"/>
                <a:sym typeface="Arial"/>
              </a:rPr>
              <a:t>A lot of times we have too many parameters and the function is very complex</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1200"/>
              </a:spcAft>
              <a:buClr>
                <a:srgbClr val="000000"/>
              </a:buClr>
              <a:buSzPct val="205712"/>
              <a:buFont typeface="Arial"/>
              <a:buNone/>
            </a:pPr>
            <a:r>
              <a:t/>
            </a:r>
            <a:endParaRPr b="0" i="0" sz="1400" u="none" cap="none" strike="noStrike">
              <a:solidFill>
                <a:srgbClr val="000000"/>
              </a:solidFill>
              <a:latin typeface="Arial"/>
              <a:ea typeface="Arial"/>
              <a:cs typeface="Arial"/>
              <a:sym typeface="Arial"/>
            </a:endParaRPr>
          </a:p>
        </p:txBody>
      </p:sp>
      <p:pic>
        <p:nvPicPr>
          <p:cNvPr id="794" name="Google Shape;794;p114"/>
          <p:cNvPicPr preferRelativeResize="0"/>
          <p:nvPr/>
        </p:nvPicPr>
        <p:blipFill rotWithShape="1">
          <a:blip r:embed="rId3">
            <a:alphaModFix/>
          </a:blip>
          <a:srcRect b="0" l="0" r="0" t="0"/>
          <a:stretch/>
        </p:blipFill>
        <p:spPr>
          <a:xfrm>
            <a:off x="2376075" y="1399525"/>
            <a:ext cx="4391851" cy="272660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1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85582"/>
              <a:buFont typeface="Arial"/>
              <a:buNone/>
            </a:pPr>
            <a:r>
              <a:rPr b="0" i="0" lang="en" sz="1400" u="none" cap="none" strike="noStrike">
                <a:solidFill>
                  <a:srgbClr val="000000"/>
                </a:solidFill>
                <a:latin typeface="Arial"/>
                <a:ea typeface="Arial"/>
                <a:cs typeface="Arial"/>
                <a:sym typeface="Arial"/>
              </a:rPr>
              <a:t>Derivatives</a:t>
            </a:r>
            <a:endParaRPr b="0" i="0" sz="2400" u="none" cap="none" strike="noStrike">
              <a:solidFill>
                <a:srgbClr val="000000"/>
              </a:solidFill>
              <a:latin typeface="Arial"/>
              <a:ea typeface="Arial"/>
              <a:cs typeface="Arial"/>
              <a:sym typeface="Arial"/>
            </a:endParaRPr>
          </a:p>
        </p:txBody>
      </p:sp>
      <p:sp>
        <p:nvSpPr>
          <p:cNvPr id="800" name="Google Shape;800;p115"/>
          <p:cNvSpPr txBox="1"/>
          <p:nvPr/>
        </p:nvSpPr>
        <p:spPr>
          <a:xfrm>
            <a:off x="470650" y="666901"/>
            <a:ext cx="8229600" cy="5403900"/>
          </a:xfrm>
          <a:prstGeom prst="rect">
            <a:avLst/>
          </a:prstGeom>
          <a:noFill/>
          <a:ln>
            <a:noFill/>
          </a:ln>
        </p:spPr>
        <p:txBody>
          <a:bodyPr anchorCtr="0" anchor="t" bIns="45700" lIns="54850" spcFirstLastPara="1" rIns="91425" wrap="square" tIns="91425">
            <a:normAutofit/>
          </a:bodyPr>
          <a:lstStyle/>
          <a:p>
            <a:pPr indent="-268287" lvl="0" marL="400050" marR="0" rtl="0" algn="l">
              <a:lnSpc>
                <a:spcPct val="100000"/>
              </a:lnSpc>
              <a:spcBef>
                <a:spcPts val="0"/>
              </a:spcBef>
              <a:spcAft>
                <a:spcPts val="0"/>
              </a:spcAft>
              <a:buClr>
                <a:srgbClr val="0D5097"/>
              </a:buClr>
              <a:buSzPts val="2320"/>
              <a:buFont typeface="Arial"/>
              <a:buChar char="▪"/>
            </a:pPr>
            <a:r>
              <a:rPr b="0" i="0" lang="en" sz="2600" u="none" cap="none" strike="noStrike">
                <a:solidFill>
                  <a:srgbClr val="000000"/>
                </a:solidFill>
                <a:latin typeface="Arial"/>
                <a:ea typeface="Arial"/>
                <a:cs typeface="Arial"/>
                <a:sym typeface="Arial"/>
              </a:rPr>
              <a:t>Gradient of</a:t>
            </a:r>
            <a:br>
              <a:rPr b="0" i="0" lang="en" sz="2600" u="none" cap="none" strike="noStrike">
                <a:solidFill>
                  <a:srgbClr val="000000"/>
                </a:solidFill>
                <a:latin typeface="Arial"/>
                <a:ea typeface="Arial"/>
                <a:cs typeface="Arial"/>
                <a:sym typeface="Arial"/>
              </a:rPr>
            </a:br>
            <a:endParaRPr b="0" i="0" sz="26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268287" lvl="0" marL="400050" marR="0" rtl="0" algn="l">
              <a:lnSpc>
                <a:spcPct val="100000"/>
              </a:lnSpc>
              <a:spcBef>
                <a:spcPts val="1200"/>
              </a:spcBef>
              <a:spcAft>
                <a:spcPts val="0"/>
              </a:spcAft>
              <a:buClr>
                <a:srgbClr val="0D5097"/>
              </a:buClr>
              <a:buSzPts val="2320"/>
              <a:buFont typeface="Arial"/>
              <a:buChar char="▪"/>
            </a:pPr>
            <a:r>
              <a:rPr b="0" i="0" lang="en" sz="2600" u="none" cap="none" strike="noStrike">
                <a:solidFill>
                  <a:srgbClr val="000000"/>
                </a:solidFill>
                <a:latin typeface="Arial"/>
                <a:ea typeface="Arial"/>
                <a:cs typeface="Arial"/>
                <a:sym typeface="Arial"/>
              </a:rPr>
              <a:t>You can set the derivative to zero and solve the systems of equations</a:t>
            </a:r>
            <a:endParaRPr b="0" i="0" sz="2600" u="none" cap="none" strike="noStrike">
              <a:solidFill>
                <a:srgbClr val="000000"/>
              </a:solidFill>
              <a:latin typeface="Arial"/>
              <a:ea typeface="Arial"/>
              <a:cs typeface="Arial"/>
              <a:sym typeface="Arial"/>
            </a:endParaRPr>
          </a:p>
          <a:p>
            <a:pPr indent="-120967" lvl="0" marL="400050" marR="0" rtl="0" algn="l">
              <a:lnSpc>
                <a:spcPct val="100000"/>
              </a:lnSpc>
              <a:spcBef>
                <a:spcPts val="120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0" lvl="0" marL="119062" marR="0" rtl="0" algn="l">
              <a:lnSpc>
                <a:spcPct val="100000"/>
              </a:lnSpc>
              <a:spcBef>
                <a:spcPts val="120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p:txBody>
      </p:sp>
      <p:pic>
        <p:nvPicPr>
          <p:cNvPr id="801" name="Google Shape;801;p115"/>
          <p:cNvPicPr preferRelativeResize="0"/>
          <p:nvPr/>
        </p:nvPicPr>
        <p:blipFill rotWithShape="1">
          <a:blip r:embed="rId3">
            <a:alphaModFix/>
          </a:blip>
          <a:srcRect b="0" l="0" r="0" t="0"/>
          <a:stretch/>
        </p:blipFill>
        <p:spPr>
          <a:xfrm>
            <a:off x="2731255" y="658882"/>
            <a:ext cx="3084095" cy="717230"/>
          </a:xfrm>
          <a:prstGeom prst="rect">
            <a:avLst/>
          </a:prstGeom>
          <a:noFill/>
          <a:ln>
            <a:noFill/>
          </a:ln>
        </p:spPr>
      </p:pic>
      <p:pic>
        <p:nvPicPr>
          <p:cNvPr id="802" name="Google Shape;802;p115"/>
          <p:cNvPicPr preferRelativeResize="0"/>
          <p:nvPr/>
        </p:nvPicPr>
        <p:blipFill rotWithShape="1">
          <a:blip r:embed="rId4">
            <a:alphaModFix/>
          </a:blip>
          <a:srcRect b="0" l="0" r="0" t="0"/>
          <a:stretch/>
        </p:blipFill>
        <p:spPr>
          <a:xfrm>
            <a:off x="-79326" y="1464326"/>
            <a:ext cx="4668320" cy="1817437"/>
          </a:xfrm>
          <a:prstGeom prst="rect">
            <a:avLst/>
          </a:prstGeom>
          <a:noFill/>
          <a:ln>
            <a:noFill/>
          </a:ln>
        </p:spPr>
      </p:pic>
      <p:pic>
        <p:nvPicPr>
          <p:cNvPr id="803" name="Google Shape;803;p115"/>
          <p:cNvPicPr preferRelativeResize="0"/>
          <p:nvPr/>
        </p:nvPicPr>
        <p:blipFill rotWithShape="1">
          <a:blip r:embed="rId5">
            <a:alphaModFix/>
          </a:blip>
          <a:srcRect b="0" l="0" r="0" t="0"/>
          <a:stretch/>
        </p:blipFill>
        <p:spPr>
          <a:xfrm>
            <a:off x="4823503" y="1375424"/>
            <a:ext cx="4399820" cy="1999918"/>
          </a:xfrm>
          <a:prstGeom prst="rect">
            <a:avLst/>
          </a:prstGeom>
          <a:noFill/>
          <a:ln>
            <a:noFill/>
          </a:ln>
        </p:spPr>
      </p:pic>
      <p:sp>
        <p:nvSpPr>
          <p:cNvPr id="804" name="Google Shape;804;p115"/>
          <p:cNvSpPr txBox="1"/>
          <p:nvPr/>
        </p:nvSpPr>
        <p:spPr>
          <a:xfrm>
            <a:off x="1007550" y="3477275"/>
            <a:ext cx="7128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Userful for gradient checking: </a:t>
            </a:r>
            <a:r>
              <a:rPr b="0" i="0" lang="en" sz="1400" u="sng" cap="none" strike="noStrike">
                <a:solidFill>
                  <a:schemeClr val="hlink"/>
                </a:solidFill>
                <a:latin typeface="Arial"/>
                <a:ea typeface="Arial"/>
                <a:cs typeface="Arial"/>
                <a:sym typeface="Arial"/>
                <a:hlinkClick r:id="rId6"/>
              </a:rPr>
              <a:t>http://www.ee.ic.ac.uk/hp/staff/dmb/matrix/calculus.html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pic>
        <p:nvPicPr>
          <p:cNvPr id="810" name="Google Shape;810;p116"/>
          <p:cNvPicPr preferRelativeResize="0"/>
          <p:nvPr/>
        </p:nvPicPr>
        <p:blipFill rotWithShape="1">
          <a:blip r:embed="rId3">
            <a:alphaModFix/>
          </a:blip>
          <a:srcRect b="0" l="0" r="0" t="0"/>
          <a:stretch/>
        </p:blipFill>
        <p:spPr>
          <a:xfrm>
            <a:off x="609600" y="510775"/>
            <a:ext cx="7510475" cy="4032651"/>
          </a:xfrm>
          <a:prstGeom prst="rect">
            <a:avLst/>
          </a:prstGeom>
          <a:noFill/>
          <a:ln>
            <a:noFill/>
          </a:ln>
        </p:spPr>
      </p:pic>
      <p:sp>
        <p:nvSpPr>
          <p:cNvPr id="811" name="Google Shape;811;p116"/>
          <p:cNvSpPr/>
          <p:nvPr/>
        </p:nvSpPr>
        <p:spPr>
          <a:xfrm>
            <a:off x="3790950" y="202406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12" name="Google Shape;812;p116"/>
          <p:cNvSpPr/>
          <p:nvPr/>
        </p:nvSpPr>
        <p:spPr>
          <a:xfrm>
            <a:off x="3829050" y="2241946"/>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cxnSp>
        <p:nvCxnSpPr>
          <p:cNvPr id="813" name="Google Shape;813;p116"/>
          <p:cNvCxnSpPr/>
          <p:nvPr/>
        </p:nvCxnSpPr>
        <p:spPr>
          <a:xfrm>
            <a:off x="3905252" y="2109787"/>
            <a:ext cx="42900" cy="228600"/>
          </a:xfrm>
          <a:prstGeom prst="straightConnector1">
            <a:avLst/>
          </a:prstGeom>
          <a:noFill/>
          <a:ln cap="flat" cmpd="sng" w="28575">
            <a:solidFill>
              <a:schemeClr val="dk1"/>
            </a:solidFill>
            <a:prstDash val="solid"/>
            <a:round/>
            <a:headEnd len="sm" w="sm" type="none"/>
            <a:tailEnd len="sm" w="sm" type="none"/>
          </a:ln>
        </p:spPr>
      </p:cxnSp>
      <p:sp>
        <p:nvSpPr>
          <p:cNvPr id="814" name="Google Shape;814;p116"/>
          <p:cNvSpPr txBox="1"/>
          <p:nvPr/>
        </p:nvSpPr>
        <p:spPr>
          <a:xfrm>
            <a:off x="6772276" y="371474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15" name="Google Shape;815;p116"/>
          <p:cNvSpPr txBox="1"/>
          <p:nvPr/>
        </p:nvSpPr>
        <p:spPr>
          <a:xfrm>
            <a:off x="2751138" y="399930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16" name="Google Shape;816;p116"/>
          <p:cNvSpPr txBox="1"/>
          <p:nvPr/>
        </p:nvSpPr>
        <p:spPr>
          <a:xfrm>
            <a:off x="596272" y="2379825"/>
            <a:ext cx="1082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J(</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r>
              <a:rPr b="0" i="0" lang="en" sz="1800" u="none" cap="none" strike="noStrike">
                <a:solidFill>
                  <a:srgbClr val="000000"/>
                </a:solidFill>
                <a:latin typeface="Corbel"/>
                <a:ea typeface="Corbel"/>
                <a:cs typeface="Corbel"/>
                <a:sym typeface="Corbel"/>
              </a:rPr>
              <a:t>)</a:t>
            </a:r>
            <a:endParaRPr b="0" baseline="-2500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pic>
        <p:nvPicPr>
          <p:cNvPr id="822" name="Google Shape;822;p117"/>
          <p:cNvPicPr preferRelativeResize="0"/>
          <p:nvPr/>
        </p:nvPicPr>
        <p:blipFill rotWithShape="1">
          <a:blip r:embed="rId3">
            <a:alphaModFix/>
          </a:blip>
          <a:srcRect b="0" l="0" r="0" t="0"/>
          <a:stretch/>
        </p:blipFill>
        <p:spPr>
          <a:xfrm>
            <a:off x="609600" y="510775"/>
            <a:ext cx="7510475" cy="4032651"/>
          </a:xfrm>
          <a:prstGeom prst="rect">
            <a:avLst/>
          </a:prstGeom>
          <a:noFill/>
          <a:ln>
            <a:noFill/>
          </a:ln>
        </p:spPr>
      </p:pic>
      <p:sp>
        <p:nvSpPr>
          <p:cNvPr id="823" name="Google Shape;823;p117"/>
          <p:cNvSpPr/>
          <p:nvPr/>
        </p:nvSpPr>
        <p:spPr>
          <a:xfrm>
            <a:off x="3790950" y="202406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24" name="Google Shape;824;p117"/>
          <p:cNvSpPr/>
          <p:nvPr/>
        </p:nvSpPr>
        <p:spPr>
          <a:xfrm>
            <a:off x="3829050" y="2241946"/>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25" name="Google Shape;825;p117"/>
          <p:cNvSpPr/>
          <p:nvPr/>
        </p:nvSpPr>
        <p:spPr>
          <a:xfrm>
            <a:off x="3810000" y="24634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cxnSp>
        <p:nvCxnSpPr>
          <p:cNvPr id="826" name="Google Shape;826;p117"/>
          <p:cNvCxnSpPr/>
          <p:nvPr/>
        </p:nvCxnSpPr>
        <p:spPr>
          <a:xfrm>
            <a:off x="3905252" y="2109787"/>
            <a:ext cx="42900" cy="228600"/>
          </a:xfrm>
          <a:prstGeom prst="straightConnector1">
            <a:avLst/>
          </a:prstGeom>
          <a:noFill/>
          <a:ln cap="flat" cmpd="sng" w="28575">
            <a:solidFill>
              <a:schemeClr val="dk1"/>
            </a:solidFill>
            <a:prstDash val="solid"/>
            <a:round/>
            <a:headEnd len="sm" w="sm" type="none"/>
            <a:tailEnd len="sm" w="sm" type="none"/>
          </a:ln>
        </p:spPr>
      </p:cxnSp>
      <p:cxnSp>
        <p:nvCxnSpPr>
          <p:cNvPr id="827" name="Google Shape;827;p117"/>
          <p:cNvCxnSpPr/>
          <p:nvPr/>
        </p:nvCxnSpPr>
        <p:spPr>
          <a:xfrm flipH="1">
            <a:off x="3924415" y="2334815"/>
            <a:ext cx="23700" cy="210900"/>
          </a:xfrm>
          <a:prstGeom prst="straightConnector1">
            <a:avLst/>
          </a:prstGeom>
          <a:noFill/>
          <a:ln cap="flat" cmpd="sng" w="28575">
            <a:solidFill>
              <a:schemeClr val="dk1"/>
            </a:solidFill>
            <a:prstDash val="solid"/>
            <a:round/>
            <a:headEnd len="sm" w="sm" type="none"/>
            <a:tailEnd len="sm" w="sm" type="none"/>
          </a:ln>
        </p:spPr>
      </p:cxnSp>
      <p:sp>
        <p:nvSpPr>
          <p:cNvPr id="828" name="Google Shape;828;p117"/>
          <p:cNvSpPr txBox="1"/>
          <p:nvPr/>
        </p:nvSpPr>
        <p:spPr>
          <a:xfrm>
            <a:off x="6772276" y="371474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29" name="Google Shape;829;p117"/>
          <p:cNvSpPr txBox="1"/>
          <p:nvPr/>
        </p:nvSpPr>
        <p:spPr>
          <a:xfrm>
            <a:off x="2751138" y="399930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30" name="Google Shape;830;p117"/>
          <p:cNvSpPr txBox="1"/>
          <p:nvPr/>
        </p:nvSpPr>
        <p:spPr>
          <a:xfrm>
            <a:off x="596271" y="2379825"/>
            <a:ext cx="1142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J(</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r>
              <a:rPr b="0" i="0" lang="en" sz="1800" u="none" cap="none" strike="noStrike">
                <a:solidFill>
                  <a:srgbClr val="000000"/>
                </a:solidFill>
                <a:latin typeface="Corbel"/>
                <a:ea typeface="Corbel"/>
                <a:cs typeface="Corbel"/>
                <a:sym typeface="Corbel"/>
              </a:rPr>
              <a:t>)</a:t>
            </a:r>
            <a:endParaRPr b="0" baseline="-2500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pic>
        <p:nvPicPr>
          <p:cNvPr id="836" name="Google Shape;836;p118"/>
          <p:cNvPicPr preferRelativeResize="0"/>
          <p:nvPr/>
        </p:nvPicPr>
        <p:blipFill rotWithShape="1">
          <a:blip r:embed="rId3">
            <a:alphaModFix/>
          </a:blip>
          <a:srcRect b="0" l="0" r="0" t="0"/>
          <a:stretch/>
        </p:blipFill>
        <p:spPr>
          <a:xfrm>
            <a:off x="609600" y="510775"/>
            <a:ext cx="7510475" cy="4032651"/>
          </a:xfrm>
          <a:prstGeom prst="rect">
            <a:avLst/>
          </a:prstGeom>
          <a:noFill/>
          <a:ln>
            <a:noFill/>
          </a:ln>
        </p:spPr>
      </p:pic>
      <p:sp>
        <p:nvSpPr>
          <p:cNvPr id="837" name="Google Shape;837;p118"/>
          <p:cNvSpPr/>
          <p:nvPr/>
        </p:nvSpPr>
        <p:spPr>
          <a:xfrm>
            <a:off x="3790950" y="202406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38" name="Google Shape;838;p118"/>
          <p:cNvSpPr/>
          <p:nvPr/>
        </p:nvSpPr>
        <p:spPr>
          <a:xfrm>
            <a:off x="3829050" y="2241946"/>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39" name="Google Shape;839;p118"/>
          <p:cNvSpPr/>
          <p:nvPr/>
        </p:nvSpPr>
        <p:spPr>
          <a:xfrm>
            <a:off x="3810000" y="24634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40" name="Google Shape;840;p118"/>
          <p:cNvSpPr/>
          <p:nvPr/>
        </p:nvSpPr>
        <p:spPr>
          <a:xfrm>
            <a:off x="3581400" y="26920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cxnSp>
        <p:nvCxnSpPr>
          <p:cNvPr id="841" name="Google Shape;841;p118"/>
          <p:cNvCxnSpPr/>
          <p:nvPr/>
        </p:nvCxnSpPr>
        <p:spPr>
          <a:xfrm flipH="1">
            <a:off x="3692525" y="2549127"/>
            <a:ext cx="228600" cy="228600"/>
          </a:xfrm>
          <a:prstGeom prst="straightConnector1">
            <a:avLst/>
          </a:prstGeom>
          <a:noFill/>
          <a:ln cap="flat" cmpd="sng" w="28575">
            <a:solidFill>
              <a:schemeClr val="dk1"/>
            </a:solidFill>
            <a:prstDash val="solid"/>
            <a:round/>
            <a:headEnd len="sm" w="sm" type="none"/>
            <a:tailEnd len="sm" w="sm" type="none"/>
          </a:ln>
        </p:spPr>
      </p:cxnSp>
      <p:cxnSp>
        <p:nvCxnSpPr>
          <p:cNvPr id="842" name="Google Shape;842;p118"/>
          <p:cNvCxnSpPr/>
          <p:nvPr/>
        </p:nvCxnSpPr>
        <p:spPr>
          <a:xfrm>
            <a:off x="3905252" y="2109787"/>
            <a:ext cx="42900" cy="228600"/>
          </a:xfrm>
          <a:prstGeom prst="straightConnector1">
            <a:avLst/>
          </a:prstGeom>
          <a:noFill/>
          <a:ln cap="flat" cmpd="sng" w="28575">
            <a:solidFill>
              <a:schemeClr val="dk1"/>
            </a:solidFill>
            <a:prstDash val="solid"/>
            <a:round/>
            <a:headEnd len="sm" w="sm" type="none"/>
            <a:tailEnd len="sm" w="sm" type="none"/>
          </a:ln>
        </p:spPr>
      </p:cxnSp>
      <p:cxnSp>
        <p:nvCxnSpPr>
          <p:cNvPr id="843" name="Google Shape;843;p118"/>
          <p:cNvCxnSpPr/>
          <p:nvPr/>
        </p:nvCxnSpPr>
        <p:spPr>
          <a:xfrm flipH="1">
            <a:off x="3924415" y="2334815"/>
            <a:ext cx="23700" cy="210900"/>
          </a:xfrm>
          <a:prstGeom prst="straightConnector1">
            <a:avLst/>
          </a:prstGeom>
          <a:noFill/>
          <a:ln cap="flat" cmpd="sng" w="28575">
            <a:solidFill>
              <a:schemeClr val="dk1"/>
            </a:solidFill>
            <a:prstDash val="solid"/>
            <a:round/>
            <a:headEnd len="sm" w="sm" type="none"/>
            <a:tailEnd len="sm" w="sm" type="none"/>
          </a:ln>
        </p:spPr>
      </p:cxnSp>
      <p:sp>
        <p:nvSpPr>
          <p:cNvPr id="844" name="Google Shape;844;p118"/>
          <p:cNvSpPr txBox="1"/>
          <p:nvPr/>
        </p:nvSpPr>
        <p:spPr>
          <a:xfrm>
            <a:off x="6772276" y="371474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45" name="Google Shape;845;p118"/>
          <p:cNvSpPr txBox="1"/>
          <p:nvPr/>
        </p:nvSpPr>
        <p:spPr>
          <a:xfrm>
            <a:off x="2751138" y="399930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46" name="Google Shape;846;p118"/>
          <p:cNvSpPr txBox="1"/>
          <p:nvPr/>
        </p:nvSpPr>
        <p:spPr>
          <a:xfrm>
            <a:off x="596272" y="2379825"/>
            <a:ext cx="1070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J(</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r>
              <a:rPr b="0" i="0" lang="en" sz="1800" u="none" cap="none" strike="noStrike">
                <a:solidFill>
                  <a:srgbClr val="000000"/>
                </a:solidFill>
                <a:latin typeface="Corbel"/>
                <a:ea typeface="Corbel"/>
                <a:cs typeface="Corbel"/>
                <a:sym typeface="Corbel"/>
              </a:rPr>
              <a:t>)</a:t>
            </a:r>
            <a:endParaRPr b="0" baseline="-2500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pic>
        <p:nvPicPr>
          <p:cNvPr id="852" name="Google Shape;852;p119"/>
          <p:cNvPicPr preferRelativeResize="0"/>
          <p:nvPr/>
        </p:nvPicPr>
        <p:blipFill rotWithShape="1">
          <a:blip r:embed="rId3">
            <a:alphaModFix/>
          </a:blip>
          <a:srcRect b="0" l="0" r="0" t="0"/>
          <a:stretch/>
        </p:blipFill>
        <p:spPr>
          <a:xfrm>
            <a:off x="609600" y="510775"/>
            <a:ext cx="7510475" cy="4032651"/>
          </a:xfrm>
          <a:prstGeom prst="rect">
            <a:avLst/>
          </a:prstGeom>
          <a:noFill/>
          <a:ln>
            <a:noFill/>
          </a:ln>
        </p:spPr>
      </p:pic>
      <p:sp>
        <p:nvSpPr>
          <p:cNvPr id="853" name="Google Shape;853;p119"/>
          <p:cNvSpPr/>
          <p:nvPr/>
        </p:nvSpPr>
        <p:spPr>
          <a:xfrm>
            <a:off x="3790950" y="202406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54" name="Google Shape;854;p119"/>
          <p:cNvSpPr/>
          <p:nvPr/>
        </p:nvSpPr>
        <p:spPr>
          <a:xfrm>
            <a:off x="3829050" y="2241946"/>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55" name="Google Shape;855;p119"/>
          <p:cNvSpPr/>
          <p:nvPr/>
        </p:nvSpPr>
        <p:spPr>
          <a:xfrm>
            <a:off x="3810000" y="24634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56" name="Google Shape;856;p119"/>
          <p:cNvSpPr/>
          <p:nvPr/>
        </p:nvSpPr>
        <p:spPr>
          <a:xfrm>
            <a:off x="3581400" y="26920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57" name="Google Shape;857;p119"/>
          <p:cNvSpPr/>
          <p:nvPr/>
        </p:nvSpPr>
        <p:spPr>
          <a:xfrm>
            <a:off x="3657600" y="29206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cxnSp>
        <p:nvCxnSpPr>
          <p:cNvPr id="858" name="Google Shape;858;p119"/>
          <p:cNvCxnSpPr/>
          <p:nvPr/>
        </p:nvCxnSpPr>
        <p:spPr>
          <a:xfrm>
            <a:off x="3692525" y="2777727"/>
            <a:ext cx="76200" cy="228600"/>
          </a:xfrm>
          <a:prstGeom prst="straightConnector1">
            <a:avLst/>
          </a:prstGeom>
          <a:noFill/>
          <a:ln cap="flat" cmpd="sng" w="28575">
            <a:solidFill>
              <a:schemeClr val="dk1"/>
            </a:solidFill>
            <a:prstDash val="solid"/>
            <a:round/>
            <a:headEnd len="sm" w="sm" type="none"/>
            <a:tailEnd len="sm" w="sm" type="none"/>
          </a:ln>
        </p:spPr>
      </p:cxnSp>
      <p:cxnSp>
        <p:nvCxnSpPr>
          <p:cNvPr id="859" name="Google Shape;859;p119"/>
          <p:cNvCxnSpPr/>
          <p:nvPr/>
        </p:nvCxnSpPr>
        <p:spPr>
          <a:xfrm flipH="1">
            <a:off x="3692525" y="2549127"/>
            <a:ext cx="228600" cy="228600"/>
          </a:xfrm>
          <a:prstGeom prst="straightConnector1">
            <a:avLst/>
          </a:prstGeom>
          <a:noFill/>
          <a:ln cap="flat" cmpd="sng" w="28575">
            <a:solidFill>
              <a:schemeClr val="dk1"/>
            </a:solidFill>
            <a:prstDash val="solid"/>
            <a:round/>
            <a:headEnd len="sm" w="sm" type="none"/>
            <a:tailEnd len="sm" w="sm" type="none"/>
          </a:ln>
        </p:spPr>
      </p:cxnSp>
      <p:cxnSp>
        <p:nvCxnSpPr>
          <p:cNvPr id="860" name="Google Shape;860;p119"/>
          <p:cNvCxnSpPr/>
          <p:nvPr/>
        </p:nvCxnSpPr>
        <p:spPr>
          <a:xfrm>
            <a:off x="3905252" y="2109787"/>
            <a:ext cx="42900" cy="228600"/>
          </a:xfrm>
          <a:prstGeom prst="straightConnector1">
            <a:avLst/>
          </a:prstGeom>
          <a:noFill/>
          <a:ln cap="flat" cmpd="sng" w="28575">
            <a:solidFill>
              <a:schemeClr val="dk1"/>
            </a:solidFill>
            <a:prstDash val="solid"/>
            <a:round/>
            <a:headEnd len="sm" w="sm" type="none"/>
            <a:tailEnd len="sm" w="sm" type="none"/>
          </a:ln>
        </p:spPr>
      </p:cxnSp>
      <p:cxnSp>
        <p:nvCxnSpPr>
          <p:cNvPr id="861" name="Google Shape;861;p119"/>
          <p:cNvCxnSpPr/>
          <p:nvPr/>
        </p:nvCxnSpPr>
        <p:spPr>
          <a:xfrm flipH="1">
            <a:off x="3924415" y="2334815"/>
            <a:ext cx="23700" cy="210900"/>
          </a:xfrm>
          <a:prstGeom prst="straightConnector1">
            <a:avLst/>
          </a:prstGeom>
          <a:noFill/>
          <a:ln cap="flat" cmpd="sng" w="28575">
            <a:solidFill>
              <a:schemeClr val="dk1"/>
            </a:solidFill>
            <a:prstDash val="solid"/>
            <a:round/>
            <a:headEnd len="sm" w="sm" type="none"/>
            <a:tailEnd len="sm" w="sm" type="none"/>
          </a:ln>
        </p:spPr>
      </p:cxnSp>
      <p:sp>
        <p:nvSpPr>
          <p:cNvPr id="862" name="Google Shape;862;p119"/>
          <p:cNvSpPr txBox="1"/>
          <p:nvPr/>
        </p:nvSpPr>
        <p:spPr>
          <a:xfrm>
            <a:off x="6772276" y="371474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63" name="Google Shape;863;p119"/>
          <p:cNvSpPr txBox="1"/>
          <p:nvPr/>
        </p:nvSpPr>
        <p:spPr>
          <a:xfrm>
            <a:off x="2751138" y="399930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64" name="Google Shape;864;p119"/>
          <p:cNvSpPr txBox="1"/>
          <p:nvPr/>
        </p:nvSpPr>
        <p:spPr>
          <a:xfrm>
            <a:off x="596271" y="2379825"/>
            <a:ext cx="116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J(</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r>
              <a:rPr b="0" i="0" lang="en" sz="1800" u="none" cap="none" strike="noStrike">
                <a:solidFill>
                  <a:srgbClr val="000000"/>
                </a:solidFill>
                <a:latin typeface="Corbel"/>
                <a:ea typeface="Corbel"/>
                <a:cs typeface="Corbel"/>
                <a:sym typeface="Corbel"/>
              </a:rPr>
              <a:t>)</a:t>
            </a:r>
            <a:endParaRPr b="0" baseline="-2500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id="870" name="Google Shape;870;p120"/>
          <p:cNvPicPr preferRelativeResize="0"/>
          <p:nvPr/>
        </p:nvPicPr>
        <p:blipFill rotWithShape="1">
          <a:blip r:embed="rId3">
            <a:alphaModFix/>
          </a:blip>
          <a:srcRect b="0" l="0" r="0" t="0"/>
          <a:stretch/>
        </p:blipFill>
        <p:spPr>
          <a:xfrm>
            <a:off x="609600" y="510775"/>
            <a:ext cx="7510475" cy="4032651"/>
          </a:xfrm>
          <a:prstGeom prst="rect">
            <a:avLst/>
          </a:prstGeom>
          <a:noFill/>
          <a:ln>
            <a:noFill/>
          </a:ln>
        </p:spPr>
      </p:pic>
      <p:sp>
        <p:nvSpPr>
          <p:cNvPr id="871" name="Google Shape;871;p120"/>
          <p:cNvSpPr/>
          <p:nvPr/>
        </p:nvSpPr>
        <p:spPr>
          <a:xfrm>
            <a:off x="3790950" y="202406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72" name="Google Shape;872;p120"/>
          <p:cNvSpPr/>
          <p:nvPr/>
        </p:nvSpPr>
        <p:spPr>
          <a:xfrm>
            <a:off x="3829050" y="2241946"/>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73" name="Google Shape;873;p120"/>
          <p:cNvSpPr/>
          <p:nvPr/>
        </p:nvSpPr>
        <p:spPr>
          <a:xfrm>
            <a:off x="3810000" y="24634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74" name="Google Shape;874;p120"/>
          <p:cNvSpPr/>
          <p:nvPr/>
        </p:nvSpPr>
        <p:spPr>
          <a:xfrm>
            <a:off x="3581400" y="26920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75" name="Google Shape;875;p120"/>
          <p:cNvSpPr/>
          <p:nvPr/>
        </p:nvSpPr>
        <p:spPr>
          <a:xfrm>
            <a:off x="3657600" y="29206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76" name="Google Shape;876;p120"/>
          <p:cNvSpPr/>
          <p:nvPr/>
        </p:nvSpPr>
        <p:spPr>
          <a:xfrm>
            <a:off x="3962400" y="297775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cxnSp>
        <p:nvCxnSpPr>
          <p:cNvPr id="877" name="Google Shape;877;p120"/>
          <p:cNvCxnSpPr/>
          <p:nvPr/>
        </p:nvCxnSpPr>
        <p:spPr>
          <a:xfrm>
            <a:off x="3692525" y="2777727"/>
            <a:ext cx="76200" cy="228600"/>
          </a:xfrm>
          <a:prstGeom prst="straightConnector1">
            <a:avLst/>
          </a:prstGeom>
          <a:noFill/>
          <a:ln cap="flat" cmpd="sng" w="28575">
            <a:solidFill>
              <a:schemeClr val="dk1"/>
            </a:solidFill>
            <a:prstDash val="solid"/>
            <a:round/>
            <a:headEnd len="sm" w="sm" type="none"/>
            <a:tailEnd len="sm" w="sm" type="none"/>
          </a:ln>
        </p:spPr>
      </p:cxnSp>
      <p:cxnSp>
        <p:nvCxnSpPr>
          <p:cNvPr id="878" name="Google Shape;878;p120"/>
          <p:cNvCxnSpPr/>
          <p:nvPr/>
        </p:nvCxnSpPr>
        <p:spPr>
          <a:xfrm flipH="1">
            <a:off x="3692525" y="2549127"/>
            <a:ext cx="228600" cy="228600"/>
          </a:xfrm>
          <a:prstGeom prst="straightConnector1">
            <a:avLst/>
          </a:prstGeom>
          <a:noFill/>
          <a:ln cap="flat" cmpd="sng" w="28575">
            <a:solidFill>
              <a:schemeClr val="dk1"/>
            </a:solidFill>
            <a:prstDash val="solid"/>
            <a:round/>
            <a:headEnd len="sm" w="sm" type="none"/>
            <a:tailEnd len="sm" w="sm" type="none"/>
          </a:ln>
        </p:spPr>
      </p:cxnSp>
      <p:cxnSp>
        <p:nvCxnSpPr>
          <p:cNvPr id="879" name="Google Shape;879;p120"/>
          <p:cNvCxnSpPr/>
          <p:nvPr/>
        </p:nvCxnSpPr>
        <p:spPr>
          <a:xfrm>
            <a:off x="3775075" y="3006327"/>
            <a:ext cx="304800" cy="57000"/>
          </a:xfrm>
          <a:prstGeom prst="straightConnector1">
            <a:avLst/>
          </a:prstGeom>
          <a:noFill/>
          <a:ln cap="flat" cmpd="sng" w="28575">
            <a:solidFill>
              <a:schemeClr val="dk1"/>
            </a:solidFill>
            <a:prstDash val="solid"/>
            <a:round/>
            <a:headEnd len="sm" w="sm" type="none"/>
            <a:tailEnd len="sm" w="sm" type="none"/>
          </a:ln>
        </p:spPr>
      </p:cxnSp>
      <p:cxnSp>
        <p:nvCxnSpPr>
          <p:cNvPr id="880" name="Google Shape;880;p120"/>
          <p:cNvCxnSpPr/>
          <p:nvPr/>
        </p:nvCxnSpPr>
        <p:spPr>
          <a:xfrm>
            <a:off x="3905252" y="2109787"/>
            <a:ext cx="42900" cy="228600"/>
          </a:xfrm>
          <a:prstGeom prst="straightConnector1">
            <a:avLst/>
          </a:prstGeom>
          <a:noFill/>
          <a:ln cap="flat" cmpd="sng" w="28575">
            <a:solidFill>
              <a:schemeClr val="dk1"/>
            </a:solidFill>
            <a:prstDash val="solid"/>
            <a:round/>
            <a:headEnd len="sm" w="sm" type="none"/>
            <a:tailEnd len="sm" w="sm" type="none"/>
          </a:ln>
        </p:spPr>
      </p:cxnSp>
      <p:cxnSp>
        <p:nvCxnSpPr>
          <p:cNvPr id="881" name="Google Shape;881;p120"/>
          <p:cNvCxnSpPr/>
          <p:nvPr/>
        </p:nvCxnSpPr>
        <p:spPr>
          <a:xfrm flipH="1">
            <a:off x="3924415" y="2334815"/>
            <a:ext cx="23700" cy="210900"/>
          </a:xfrm>
          <a:prstGeom prst="straightConnector1">
            <a:avLst/>
          </a:prstGeom>
          <a:noFill/>
          <a:ln cap="flat" cmpd="sng" w="28575">
            <a:solidFill>
              <a:schemeClr val="dk1"/>
            </a:solidFill>
            <a:prstDash val="solid"/>
            <a:round/>
            <a:headEnd len="sm" w="sm" type="none"/>
            <a:tailEnd len="sm" w="sm" type="none"/>
          </a:ln>
        </p:spPr>
      </p:cxnSp>
      <p:sp>
        <p:nvSpPr>
          <p:cNvPr id="882" name="Google Shape;882;p120"/>
          <p:cNvSpPr txBox="1"/>
          <p:nvPr/>
        </p:nvSpPr>
        <p:spPr>
          <a:xfrm>
            <a:off x="6772276" y="371474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83" name="Google Shape;883;p120"/>
          <p:cNvSpPr txBox="1"/>
          <p:nvPr/>
        </p:nvSpPr>
        <p:spPr>
          <a:xfrm>
            <a:off x="2751138" y="399930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884" name="Google Shape;884;p120"/>
          <p:cNvSpPr txBox="1"/>
          <p:nvPr/>
        </p:nvSpPr>
        <p:spPr>
          <a:xfrm>
            <a:off x="596271" y="2379825"/>
            <a:ext cx="1142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J(</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r>
              <a:rPr b="0" i="0" lang="en" sz="1800" u="none" cap="none" strike="noStrike">
                <a:solidFill>
                  <a:srgbClr val="000000"/>
                </a:solidFill>
                <a:latin typeface="Corbel"/>
                <a:ea typeface="Corbel"/>
                <a:cs typeface="Corbel"/>
                <a:sym typeface="Corbel"/>
              </a:rPr>
              <a:t>)</a:t>
            </a:r>
            <a:endParaRPr b="0" baseline="-2500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pic>
        <p:nvPicPr>
          <p:cNvPr id="890" name="Google Shape;890;p121"/>
          <p:cNvPicPr preferRelativeResize="0"/>
          <p:nvPr/>
        </p:nvPicPr>
        <p:blipFill rotWithShape="1">
          <a:blip r:embed="rId3">
            <a:alphaModFix/>
          </a:blip>
          <a:srcRect b="0" l="0" r="0" t="0"/>
          <a:stretch/>
        </p:blipFill>
        <p:spPr>
          <a:xfrm>
            <a:off x="609600" y="510775"/>
            <a:ext cx="7510475" cy="4032651"/>
          </a:xfrm>
          <a:prstGeom prst="rect">
            <a:avLst/>
          </a:prstGeom>
          <a:noFill/>
          <a:ln>
            <a:noFill/>
          </a:ln>
        </p:spPr>
      </p:pic>
      <p:sp>
        <p:nvSpPr>
          <p:cNvPr id="891" name="Google Shape;891;p121"/>
          <p:cNvSpPr/>
          <p:nvPr/>
        </p:nvSpPr>
        <p:spPr>
          <a:xfrm>
            <a:off x="3790950" y="202406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92" name="Google Shape;892;p121"/>
          <p:cNvSpPr/>
          <p:nvPr/>
        </p:nvSpPr>
        <p:spPr>
          <a:xfrm>
            <a:off x="3829050" y="2241946"/>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93" name="Google Shape;893;p121"/>
          <p:cNvSpPr/>
          <p:nvPr/>
        </p:nvSpPr>
        <p:spPr>
          <a:xfrm>
            <a:off x="3810000" y="24634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94" name="Google Shape;894;p121"/>
          <p:cNvSpPr/>
          <p:nvPr/>
        </p:nvSpPr>
        <p:spPr>
          <a:xfrm>
            <a:off x="3581400" y="26920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95" name="Google Shape;895;p121"/>
          <p:cNvSpPr/>
          <p:nvPr/>
        </p:nvSpPr>
        <p:spPr>
          <a:xfrm>
            <a:off x="3657600" y="29206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96" name="Google Shape;896;p121"/>
          <p:cNvSpPr/>
          <p:nvPr/>
        </p:nvSpPr>
        <p:spPr>
          <a:xfrm>
            <a:off x="3962400" y="297775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97" name="Google Shape;897;p121"/>
          <p:cNvSpPr/>
          <p:nvPr/>
        </p:nvSpPr>
        <p:spPr>
          <a:xfrm>
            <a:off x="4114800" y="31492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sp>
        <p:nvSpPr>
          <p:cNvPr id="898" name="Google Shape;898;p121"/>
          <p:cNvSpPr/>
          <p:nvPr/>
        </p:nvSpPr>
        <p:spPr>
          <a:xfrm>
            <a:off x="4038600" y="3377802"/>
            <a:ext cx="228600" cy="171600"/>
          </a:xfrm>
          <a:prstGeom prst="star4">
            <a:avLst>
              <a:gd fmla="val 12500" name="adj"/>
            </a:avLst>
          </a:prstGeom>
          <a:solidFill>
            <a:schemeClr val="dk1">
              <a:alpha val="58824"/>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rbel"/>
              <a:ea typeface="Corbel"/>
              <a:cs typeface="Corbel"/>
              <a:sym typeface="Corbel"/>
            </a:endParaRPr>
          </a:p>
        </p:txBody>
      </p:sp>
      <p:cxnSp>
        <p:nvCxnSpPr>
          <p:cNvPr id="899" name="Google Shape;899;p121"/>
          <p:cNvCxnSpPr/>
          <p:nvPr/>
        </p:nvCxnSpPr>
        <p:spPr>
          <a:xfrm>
            <a:off x="3692525" y="2777727"/>
            <a:ext cx="76200" cy="228600"/>
          </a:xfrm>
          <a:prstGeom prst="straightConnector1">
            <a:avLst/>
          </a:prstGeom>
          <a:noFill/>
          <a:ln cap="flat" cmpd="sng" w="28575">
            <a:solidFill>
              <a:schemeClr val="dk1"/>
            </a:solidFill>
            <a:prstDash val="solid"/>
            <a:round/>
            <a:headEnd len="sm" w="sm" type="none"/>
            <a:tailEnd len="sm" w="sm" type="none"/>
          </a:ln>
        </p:spPr>
      </p:cxnSp>
      <p:cxnSp>
        <p:nvCxnSpPr>
          <p:cNvPr id="900" name="Google Shape;900;p121"/>
          <p:cNvCxnSpPr/>
          <p:nvPr/>
        </p:nvCxnSpPr>
        <p:spPr>
          <a:xfrm flipH="1">
            <a:off x="3692525" y="2549127"/>
            <a:ext cx="228600" cy="228600"/>
          </a:xfrm>
          <a:prstGeom prst="straightConnector1">
            <a:avLst/>
          </a:prstGeom>
          <a:noFill/>
          <a:ln cap="flat" cmpd="sng" w="28575">
            <a:solidFill>
              <a:schemeClr val="dk1"/>
            </a:solidFill>
            <a:prstDash val="solid"/>
            <a:round/>
            <a:headEnd len="sm" w="sm" type="none"/>
            <a:tailEnd len="sm" w="sm" type="none"/>
          </a:ln>
        </p:spPr>
      </p:cxnSp>
      <p:cxnSp>
        <p:nvCxnSpPr>
          <p:cNvPr id="901" name="Google Shape;901;p121"/>
          <p:cNvCxnSpPr/>
          <p:nvPr/>
        </p:nvCxnSpPr>
        <p:spPr>
          <a:xfrm>
            <a:off x="3775075" y="3006327"/>
            <a:ext cx="304800" cy="57000"/>
          </a:xfrm>
          <a:prstGeom prst="straightConnector1">
            <a:avLst/>
          </a:prstGeom>
          <a:noFill/>
          <a:ln cap="flat" cmpd="sng" w="28575">
            <a:solidFill>
              <a:schemeClr val="dk1"/>
            </a:solidFill>
            <a:prstDash val="solid"/>
            <a:round/>
            <a:headEnd len="sm" w="sm" type="none"/>
            <a:tailEnd len="sm" w="sm" type="none"/>
          </a:ln>
        </p:spPr>
      </p:cxnSp>
      <p:cxnSp>
        <p:nvCxnSpPr>
          <p:cNvPr id="902" name="Google Shape;902;p121"/>
          <p:cNvCxnSpPr/>
          <p:nvPr/>
        </p:nvCxnSpPr>
        <p:spPr>
          <a:xfrm>
            <a:off x="4068763" y="3063477"/>
            <a:ext cx="152400" cy="171600"/>
          </a:xfrm>
          <a:prstGeom prst="straightConnector1">
            <a:avLst/>
          </a:prstGeom>
          <a:noFill/>
          <a:ln cap="flat" cmpd="sng" w="28575">
            <a:solidFill>
              <a:schemeClr val="dk1"/>
            </a:solidFill>
            <a:prstDash val="solid"/>
            <a:round/>
            <a:headEnd len="sm" w="sm" type="none"/>
            <a:tailEnd len="sm" w="sm" type="none"/>
          </a:ln>
        </p:spPr>
      </p:cxnSp>
      <p:cxnSp>
        <p:nvCxnSpPr>
          <p:cNvPr id="903" name="Google Shape;903;p121"/>
          <p:cNvCxnSpPr/>
          <p:nvPr/>
        </p:nvCxnSpPr>
        <p:spPr>
          <a:xfrm flipH="1">
            <a:off x="4144963" y="3234927"/>
            <a:ext cx="76200" cy="228600"/>
          </a:xfrm>
          <a:prstGeom prst="straightConnector1">
            <a:avLst/>
          </a:prstGeom>
          <a:noFill/>
          <a:ln cap="flat" cmpd="sng" w="28575">
            <a:solidFill>
              <a:schemeClr val="dk1"/>
            </a:solidFill>
            <a:prstDash val="solid"/>
            <a:round/>
            <a:headEnd len="sm" w="sm" type="none"/>
            <a:tailEnd len="sm" w="sm" type="none"/>
          </a:ln>
        </p:spPr>
      </p:cxnSp>
      <p:cxnSp>
        <p:nvCxnSpPr>
          <p:cNvPr id="904" name="Google Shape;904;p121"/>
          <p:cNvCxnSpPr/>
          <p:nvPr/>
        </p:nvCxnSpPr>
        <p:spPr>
          <a:xfrm>
            <a:off x="3905252" y="2109787"/>
            <a:ext cx="42900" cy="228600"/>
          </a:xfrm>
          <a:prstGeom prst="straightConnector1">
            <a:avLst/>
          </a:prstGeom>
          <a:noFill/>
          <a:ln cap="flat" cmpd="sng" w="28575">
            <a:solidFill>
              <a:schemeClr val="dk1"/>
            </a:solidFill>
            <a:prstDash val="solid"/>
            <a:round/>
            <a:headEnd len="sm" w="sm" type="none"/>
            <a:tailEnd len="sm" w="sm" type="none"/>
          </a:ln>
        </p:spPr>
      </p:cxnSp>
      <p:cxnSp>
        <p:nvCxnSpPr>
          <p:cNvPr id="905" name="Google Shape;905;p121"/>
          <p:cNvCxnSpPr/>
          <p:nvPr/>
        </p:nvCxnSpPr>
        <p:spPr>
          <a:xfrm flipH="1">
            <a:off x="3924415" y="2334815"/>
            <a:ext cx="23700" cy="210900"/>
          </a:xfrm>
          <a:prstGeom prst="straightConnector1">
            <a:avLst/>
          </a:prstGeom>
          <a:noFill/>
          <a:ln cap="flat" cmpd="sng" w="28575">
            <a:solidFill>
              <a:schemeClr val="dk1"/>
            </a:solidFill>
            <a:prstDash val="solid"/>
            <a:round/>
            <a:headEnd len="sm" w="sm" type="none"/>
            <a:tailEnd len="sm" w="sm" type="none"/>
          </a:ln>
        </p:spPr>
      </p:cxnSp>
      <p:sp>
        <p:nvSpPr>
          <p:cNvPr id="906" name="Google Shape;906;p121"/>
          <p:cNvSpPr txBox="1"/>
          <p:nvPr/>
        </p:nvSpPr>
        <p:spPr>
          <a:xfrm>
            <a:off x="6772276" y="371474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907" name="Google Shape;907;p121"/>
          <p:cNvSpPr txBox="1"/>
          <p:nvPr/>
        </p:nvSpPr>
        <p:spPr>
          <a:xfrm>
            <a:off x="2751138" y="3999309"/>
            <a:ext cx="381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endParaRPr b="0" baseline="-25000" i="0" sz="1800" u="none" cap="none" strike="noStrike">
              <a:solidFill>
                <a:srgbClr val="000000"/>
              </a:solidFill>
              <a:latin typeface="Noto Sans Symbols"/>
              <a:ea typeface="Noto Sans Symbols"/>
              <a:cs typeface="Noto Sans Symbols"/>
              <a:sym typeface="Noto Sans Symbols"/>
            </a:endParaRPr>
          </a:p>
        </p:txBody>
      </p:sp>
      <p:sp>
        <p:nvSpPr>
          <p:cNvPr id="908" name="Google Shape;908;p121"/>
          <p:cNvSpPr txBox="1"/>
          <p:nvPr/>
        </p:nvSpPr>
        <p:spPr>
          <a:xfrm>
            <a:off x="596273" y="2379825"/>
            <a:ext cx="99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rbel"/>
                <a:ea typeface="Corbel"/>
                <a:cs typeface="Corbel"/>
                <a:sym typeface="Corbel"/>
              </a:rPr>
              <a:t>J(</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0</a:t>
            </a:r>
            <a:r>
              <a:rPr b="0" i="0" lang="en" sz="1800" u="none" cap="none" strike="noStrike">
                <a:solidFill>
                  <a:srgbClr val="000000"/>
                </a:solidFill>
                <a:latin typeface="Noto Sans Symbols"/>
                <a:ea typeface="Noto Sans Symbols"/>
                <a:cs typeface="Noto Sans Symbols"/>
                <a:sym typeface="Noto Sans Symbols"/>
              </a:rPr>
              <a:t>,θ</a:t>
            </a:r>
            <a:r>
              <a:rPr b="0" baseline="-25000" i="0" lang="en" sz="1800" u="none" cap="none" strike="noStrike">
                <a:solidFill>
                  <a:srgbClr val="000000"/>
                </a:solidFill>
                <a:latin typeface="Noto Sans Symbols"/>
                <a:ea typeface="Noto Sans Symbols"/>
                <a:cs typeface="Noto Sans Symbols"/>
                <a:sym typeface="Noto Sans Symbols"/>
              </a:rPr>
              <a:t>1</a:t>
            </a:r>
            <a:r>
              <a:rPr b="0" i="0" lang="en" sz="1800" u="none" cap="none" strike="noStrike">
                <a:solidFill>
                  <a:srgbClr val="000000"/>
                </a:solidFill>
                <a:latin typeface="Corbel"/>
                <a:ea typeface="Corbel"/>
                <a:cs typeface="Corbel"/>
                <a:sym typeface="Corbel"/>
              </a:rPr>
              <a:t>)</a:t>
            </a:r>
            <a:endParaRPr b="0" baseline="-2500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2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Gradient Descent Algorithm</a:t>
            </a:r>
            <a:endParaRPr b="0" i="0" sz="1400" u="none" cap="none" strike="noStrike">
              <a:solidFill>
                <a:srgbClr val="000000"/>
              </a:solidFill>
              <a:latin typeface="Arial"/>
              <a:ea typeface="Arial"/>
              <a:cs typeface="Arial"/>
              <a:sym typeface="Arial"/>
            </a:endParaRPr>
          </a:p>
        </p:txBody>
      </p:sp>
      <p:sp>
        <p:nvSpPr>
          <p:cNvPr id="914" name="Google Shape;914;p122"/>
          <p:cNvSpPr txBox="1"/>
          <p:nvPr/>
        </p:nvSpPr>
        <p:spPr>
          <a:xfrm>
            <a:off x="457200" y="627826"/>
            <a:ext cx="8229600" cy="5403900"/>
          </a:xfrm>
          <a:prstGeom prst="rect">
            <a:avLst/>
          </a:prstGeom>
          <a:noFill/>
          <a:ln>
            <a:noFill/>
          </a:ln>
        </p:spPr>
        <p:txBody>
          <a:bodyPr anchorCtr="0" anchor="t" bIns="45700" lIns="54850" spcFirstLastPara="1" rIns="91425" wrap="square" tIns="91425">
            <a:normAutofit/>
          </a:bodyPr>
          <a:lstStyle/>
          <a:p>
            <a:pPr indent="-223836" lvl="0" marL="400050" marR="0" rtl="0" algn="l">
              <a:lnSpc>
                <a:spcPct val="90000"/>
              </a:lnSpc>
              <a:spcBef>
                <a:spcPts val="0"/>
              </a:spcBef>
              <a:spcAft>
                <a:spcPts val="0"/>
              </a:spcAft>
              <a:buClr>
                <a:srgbClr val="0D5097"/>
              </a:buClr>
              <a:buSzPts val="1620"/>
              <a:buFont typeface="Arial"/>
              <a:buChar char="▪"/>
            </a:pPr>
            <a:r>
              <a:rPr b="0" i="0" lang="en" sz="1900" u="none" cap="none" strike="noStrike">
                <a:solidFill>
                  <a:srgbClr val="000000"/>
                </a:solidFill>
                <a:latin typeface="Arial"/>
                <a:ea typeface="Arial"/>
                <a:cs typeface="Arial"/>
                <a:sym typeface="Arial"/>
              </a:rPr>
              <a:t>Repeat until convergence:</a:t>
            </a:r>
            <a:endParaRPr b="0" i="0" sz="1900" u="none" cap="none" strike="noStrike">
              <a:solidFill>
                <a:srgbClr val="000000"/>
              </a:solidFill>
              <a:latin typeface="Arial"/>
              <a:ea typeface="Arial"/>
              <a:cs typeface="Arial"/>
              <a:sym typeface="Arial"/>
            </a:endParaRPr>
          </a:p>
          <a:p>
            <a:pPr indent="-120967" lvl="0" marL="400050" marR="0" rtl="0" algn="l">
              <a:lnSpc>
                <a:spcPct val="90000"/>
              </a:lnSpc>
              <a:spcBef>
                <a:spcPts val="120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120967" lvl="0" marL="400050" marR="0" rtl="0" algn="l">
              <a:lnSpc>
                <a:spcPct val="90000"/>
              </a:lnSpc>
              <a:spcBef>
                <a:spcPts val="120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120967" lvl="0" marL="400050" marR="0" rtl="0" algn="l">
              <a:lnSpc>
                <a:spcPct val="90000"/>
              </a:lnSpc>
              <a:spcBef>
                <a:spcPts val="1200"/>
              </a:spcBef>
              <a:spcAft>
                <a:spcPts val="0"/>
              </a:spcAft>
              <a:buClr>
                <a:srgbClr val="000000"/>
              </a:buClr>
              <a:buSzPts val="1900"/>
              <a:buFont typeface="Arial"/>
              <a:buNone/>
            </a:pPr>
            <a:br>
              <a:rPr b="0" i="0" lang="en" sz="1900" u="none" cap="none" strike="noStrike">
                <a:solidFill>
                  <a:srgbClr val="000000"/>
                </a:solidFill>
                <a:latin typeface="Arial"/>
                <a:ea typeface="Arial"/>
                <a:cs typeface="Arial"/>
                <a:sym typeface="Arial"/>
              </a:rPr>
            </a:br>
            <a:endParaRPr b="0" i="0" sz="1900" u="none" cap="none" strike="noStrike">
              <a:solidFill>
                <a:srgbClr val="000000"/>
              </a:solidFill>
              <a:latin typeface="Arial"/>
              <a:ea typeface="Arial"/>
              <a:cs typeface="Arial"/>
              <a:sym typeface="Arial"/>
            </a:endParaRPr>
          </a:p>
          <a:p>
            <a:pPr indent="-120967" lvl="0" marL="400050" marR="0" rtl="0" algn="l">
              <a:lnSpc>
                <a:spcPct val="90000"/>
              </a:lnSpc>
              <a:spcBef>
                <a:spcPts val="1200"/>
              </a:spcBef>
              <a:spcAft>
                <a:spcPts val="0"/>
              </a:spcAft>
              <a:buClr>
                <a:srgbClr val="000000"/>
              </a:buClr>
              <a:buSzPts val="1900"/>
              <a:buFont typeface="Arial"/>
              <a:buNone/>
            </a:pPr>
            <a:br>
              <a:rPr b="0" i="0" lang="en" sz="1900" u="none" cap="none" strike="noStrike">
                <a:solidFill>
                  <a:srgbClr val="000000"/>
                </a:solidFill>
                <a:latin typeface="Arial"/>
                <a:ea typeface="Arial"/>
                <a:cs typeface="Arial"/>
                <a:sym typeface="Arial"/>
              </a:rPr>
            </a:br>
            <a:br>
              <a:rPr b="0" i="0" lang="en" sz="1900" u="none" cap="none" strike="noStrike">
                <a:solidFill>
                  <a:srgbClr val="000000"/>
                </a:solidFill>
                <a:latin typeface="Arial"/>
                <a:ea typeface="Arial"/>
                <a:cs typeface="Arial"/>
                <a:sym typeface="Arial"/>
              </a:rPr>
            </a:br>
            <a:endParaRPr b="0" i="0" sz="1900" u="none" cap="none" strike="noStrike">
              <a:solidFill>
                <a:srgbClr val="000000"/>
              </a:solidFill>
              <a:latin typeface="Arial"/>
              <a:ea typeface="Arial"/>
              <a:cs typeface="Arial"/>
              <a:sym typeface="Arial"/>
            </a:endParaRPr>
          </a:p>
          <a:p>
            <a:pPr indent="-223836" lvl="0" marL="400050" marR="0" rtl="0" algn="l">
              <a:lnSpc>
                <a:spcPct val="90000"/>
              </a:lnSpc>
              <a:spcBef>
                <a:spcPts val="1200"/>
              </a:spcBef>
              <a:spcAft>
                <a:spcPts val="0"/>
              </a:spcAft>
              <a:buClr>
                <a:srgbClr val="0D5097"/>
              </a:buClr>
              <a:buSzPts val="1620"/>
              <a:buFont typeface="Noto Sans Symbols"/>
              <a:buChar char="▪"/>
            </a:pPr>
            <a:r>
              <a:rPr b="0" i="0" lang="en" sz="1900" u="none" cap="none" strike="noStrike">
                <a:solidFill>
                  <a:srgbClr val="000000"/>
                </a:solidFill>
                <a:latin typeface="Arial"/>
                <a:ea typeface="Arial"/>
                <a:cs typeface="Arial"/>
                <a:sym typeface="Arial"/>
              </a:rPr>
              <a:t>The α parameter is called the </a:t>
            </a:r>
            <a:r>
              <a:rPr b="1" i="0" lang="en" sz="1900" u="none" cap="none" strike="noStrike">
                <a:solidFill>
                  <a:srgbClr val="FF0000"/>
                </a:solidFill>
                <a:latin typeface="Arial"/>
                <a:ea typeface="Arial"/>
                <a:cs typeface="Arial"/>
                <a:sym typeface="Arial"/>
              </a:rPr>
              <a:t>learning rate</a:t>
            </a:r>
            <a:endParaRPr b="0" i="0" sz="1900" u="none" cap="none" strike="noStrike">
              <a:solidFill>
                <a:srgbClr val="000000"/>
              </a:solidFill>
              <a:latin typeface="Arial"/>
              <a:ea typeface="Arial"/>
              <a:cs typeface="Arial"/>
              <a:sym typeface="Arial"/>
            </a:endParaRPr>
          </a:p>
          <a:p>
            <a:pPr indent="-223836" lvl="0" marL="400050" marR="0" rtl="0" algn="l">
              <a:lnSpc>
                <a:spcPct val="90000"/>
              </a:lnSpc>
              <a:spcBef>
                <a:spcPts val="1200"/>
              </a:spcBef>
              <a:spcAft>
                <a:spcPts val="0"/>
              </a:spcAft>
              <a:buClr>
                <a:srgbClr val="0D5097"/>
              </a:buClr>
              <a:buSzPts val="1620"/>
              <a:buFont typeface="Arial"/>
              <a:buChar char="▪"/>
            </a:pPr>
            <a:r>
              <a:rPr b="0" i="0" lang="en" sz="1900" u="none" cap="none" strike="noStrike">
                <a:solidFill>
                  <a:srgbClr val="000000"/>
                </a:solidFill>
                <a:latin typeface="Arial"/>
                <a:ea typeface="Arial"/>
                <a:cs typeface="Arial"/>
                <a:sym typeface="Arial"/>
              </a:rPr>
              <a:t>The gradients were what we just derived</a:t>
            </a:r>
            <a:endParaRPr b="0" i="0" sz="1900" u="none" cap="none" strike="noStrike">
              <a:solidFill>
                <a:srgbClr val="000000"/>
              </a:solidFill>
              <a:latin typeface="Arial"/>
              <a:ea typeface="Arial"/>
              <a:cs typeface="Arial"/>
              <a:sym typeface="Arial"/>
            </a:endParaRPr>
          </a:p>
          <a:p>
            <a:pPr indent="-223836" lvl="0" marL="400050" marR="0" rtl="0" algn="l">
              <a:lnSpc>
                <a:spcPct val="90000"/>
              </a:lnSpc>
              <a:spcBef>
                <a:spcPts val="1200"/>
              </a:spcBef>
              <a:spcAft>
                <a:spcPts val="0"/>
              </a:spcAft>
              <a:buClr>
                <a:srgbClr val="0D5097"/>
              </a:buClr>
              <a:buSzPts val="1620"/>
              <a:buFont typeface="Arial"/>
              <a:buChar char="▪"/>
            </a:pPr>
            <a:r>
              <a:rPr b="0" i="0" lang="en" sz="1900" u="none" cap="none" strike="noStrike">
                <a:solidFill>
                  <a:srgbClr val="000000"/>
                </a:solidFill>
                <a:latin typeface="Arial"/>
                <a:ea typeface="Arial"/>
                <a:cs typeface="Arial"/>
                <a:sym typeface="Arial"/>
              </a:rPr>
              <a:t>As we approach a local minimum, gradient descent will automatically take smaller steps. So, no need to decrease α over time</a:t>
            </a:r>
            <a:endParaRPr b="0" i="0" sz="1900" u="none" cap="none" strike="noStrike">
              <a:solidFill>
                <a:srgbClr val="000000"/>
              </a:solidFill>
              <a:latin typeface="Arial"/>
              <a:ea typeface="Arial"/>
              <a:cs typeface="Arial"/>
              <a:sym typeface="Arial"/>
            </a:endParaRPr>
          </a:p>
        </p:txBody>
      </p:sp>
      <p:grpSp>
        <p:nvGrpSpPr>
          <p:cNvPr id="915" name="Google Shape;915;p122"/>
          <p:cNvGrpSpPr/>
          <p:nvPr/>
        </p:nvGrpSpPr>
        <p:grpSpPr>
          <a:xfrm>
            <a:off x="2406659" y="1171023"/>
            <a:ext cx="5146477" cy="2085471"/>
            <a:chOff x="2419684" y="1657684"/>
            <a:chExt cx="5146477" cy="2085471"/>
          </a:xfrm>
        </p:grpSpPr>
        <p:pic>
          <p:nvPicPr>
            <p:cNvPr id="916" name="Google Shape;916;p122"/>
            <p:cNvPicPr preferRelativeResize="0"/>
            <p:nvPr/>
          </p:nvPicPr>
          <p:blipFill rotWithShape="1">
            <a:blip r:embed="rId3">
              <a:alphaModFix/>
            </a:blip>
            <a:srcRect b="0" l="0" r="0" t="0"/>
            <a:stretch/>
          </p:blipFill>
          <p:spPr>
            <a:xfrm>
              <a:off x="3108827" y="1818104"/>
              <a:ext cx="3298657" cy="842210"/>
            </a:xfrm>
            <a:prstGeom prst="rect">
              <a:avLst/>
            </a:prstGeom>
            <a:noFill/>
            <a:ln>
              <a:noFill/>
            </a:ln>
          </p:spPr>
        </p:pic>
        <p:pic>
          <p:nvPicPr>
            <p:cNvPr id="917" name="Google Shape;917;p122"/>
            <p:cNvPicPr preferRelativeResize="0"/>
            <p:nvPr/>
          </p:nvPicPr>
          <p:blipFill rotWithShape="1">
            <a:blip r:embed="rId4">
              <a:alphaModFix/>
            </a:blip>
            <a:srcRect b="0" l="0" r="0" t="0"/>
            <a:stretch/>
          </p:blipFill>
          <p:spPr>
            <a:xfrm>
              <a:off x="3016585" y="2562724"/>
              <a:ext cx="4549576" cy="1180431"/>
            </a:xfrm>
            <a:prstGeom prst="rect">
              <a:avLst/>
            </a:prstGeom>
            <a:noFill/>
            <a:ln>
              <a:noFill/>
            </a:ln>
          </p:spPr>
        </p:pic>
        <p:sp>
          <p:nvSpPr>
            <p:cNvPr id="918" name="Google Shape;918;p122"/>
            <p:cNvSpPr/>
            <p:nvPr/>
          </p:nvSpPr>
          <p:spPr>
            <a:xfrm>
              <a:off x="2419684" y="1657684"/>
              <a:ext cx="4371600" cy="1951800"/>
            </a:xfrm>
            <a:prstGeom prst="roundRect">
              <a:avLst>
                <a:gd fmla="val 16667" name="adj"/>
              </a:avLst>
            </a:prstGeom>
            <a:noFill/>
            <a:ln cap="flat" cmpd="sng" w="19050">
              <a:solidFill>
                <a:srgbClr val="0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2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1400" u="none" cap="none" strike="noStrike">
                <a:solidFill>
                  <a:srgbClr val="000000"/>
                </a:solidFill>
                <a:latin typeface="Arial"/>
                <a:ea typeface="Arial"/>
                <a:cs typeface="Arial"/>
                <a:sym typeface="Arial"/>
              </a:rPr>
              <a:t>Updating Multiple Parameters</a:t>
            </a:r>
            <a:endParaRPr b="0" i="0" sz="1400" u="none" cap="none" strike="noStrike">
              <a:solidFill>
                <a:srgbClr val="000000"/>
              </a:solidFill>
              <a:latin typeface="Arial"/>
              <a:ea typeface="Arial"/>
              <a:cs typeface="Arial"/>
              <a:sym typeface="Arial"/>
            </a:endParaRPr>
          </a:p>
        </p:txBody>
      </p:sp>
      <p:sp>
        <p:nvSpPr>
          <p:cNvPr id="924" name="Google Shape;924;p123"/>
          <p:cNvSpPr txBox="1"/>
          <p:nvPr/>
        </p:nvSpPr>
        <p:spPr>
          <a:xfrm>
            <a:off x="457200" y="771326"/>
            <a:ext cx="8229600" cy="5403900"/>
          </a:xfrm>
          <a:prstGeom prst="rect">
            <a:avLst/>
          </a:prstGeom>
          <a:noFill/>
          <a:ln>
            <a:noFill/>
          </a:ln>
        </p:spPr>
        <p:txBody>
          <a:bodyPr anchorCtr="0" anchor="t" bIns="45700" lIns="54850" spcFirstLastPara="1" rIns="91425" wrap="square" tIns="91425">
            <a:normAutofit/>
          </a:bodyPr>
          <a:lstStyle/>
          <a:p>
            <a:pPr indent="-268287" lvl="0" marL="400050" marR="0" rtl="0" algn="l">
              <a:lnSpc>
                <a:spcPct val="100000"/>
              </a:lnSpc>
              <a:spcBef>
                <a:spcPts val="0"/>
              </a:spcBef>
              <a:spcAft>
                <a:spcPts val="0"/>
              </a:spcAft>
              <a:buClr>
                <a:srgbClr val="0D5097"/>
              </a:buClr>
              <a:buSzPts val="2320"/>
              <a:buFont typeface="Arial"/>
              <a:buChar char="▪"/>
            </a:pPr>
            <a:r>
              <a:rPr b="0" i="0" lang="en" sz="2600" u="none" cap="none" strike="noStrike">
                <a:solidFill>
                  <a:srgbClr val="000000"/>
                </a:solidFill>
                <a:latin typeface="Arial"/>
                <a:ea typeface="Arial"/>
                <a:cs typeface="Arial"/>
                <a:sym typeface="Arial"/>
              </a:rPr>
              <a:t>Simultaneously update (not independently update)</a:t>
            </a:r>
            <a:endParaRPr b="0" i="0" sz="2600" u="none" cap="none" strike="noStrike">
              <a:solidFill>
                <a:srgbClr val="000000"/>
              </a:solidFill>
              <a:latin typeface="Arial"/>
              <a:ea typeface="Arial"/>
              <a:cs typeface="Arial"/>
              <a:sym typeface="Arial"/>
            </a:endParaRPr>
          </a:p>
        </p:txBody>
      </p:sp>
      <p:grpSp>
        <p:nvGrpSpPr>
          <p:cNvPr id="925" name="Google Shape;925;p123"/>
          <p:cNvGrpSpPr/>
          <p:nvPr/>
        </p:nvGrpSpPr>
        <p:grpSpPr>
          <a:xfrm>
            <a:off x="507335" y="2130926"/>
            <a:ext cx="1853930" cy="842210"/>
            <a:chOff x="627647" y="2130926"/>
            <a:chExt cx="1853930" cy="842210"/>
          </a:xfrm>
        </p:grpSpPr>
        <p:pic>
          <p:nvPicPr>
            <p:cNvPr id="926" name="Google Shape;926;p123"/>
            <p:cNvPicPr preferRelativeResize="0"/>
            <p:nvPr/>
          </p:nvPicPr>
          <p:blipFill rotWithShape="1">
            <a:blip r:embed="rId3">
              <a:alphaModFix/>
            </a:blip>
            <a:srcRect b="0" l="0" r="76069" t="0"/>
            <a:stretch/>
          </p:blipFill>
          <p:spPr>
            <a:xfrm>
              <a:off x="627647" y="2130926"/>
              <a:ext cx="789406" cy="842210"/>
            </a:xfrm>
            <a:prstGeom prst="rect">
              <a:avLst/>
            </a:prstGeom>
            <a:noFill/>
            <a:ln>
              <a:noFill/>
            </a:ln>
          </p:spPr>
        </p:pic>
        <p:sp>
          <p:nvSpPr>
            <p:cNvPr id="927" name="Google Shape;927;p123"/>
            <p:cNvSpPr txBox="1"/>
            <p:nvPr/>
          </p:nvSpPr>
          <p:spPr>
            <a:xfrm>
              <a:off x="1435777" y="2264613"/>
              <a:ext cx="10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m</a:t>
              </a:r>
              <a:endParaRPr b="0" baseline="-25000" i="0" sz="2400" u="none" cap="none" strike="noStrike">
                <a:solidFill>
                  <a:srgbClr val="000000"/>
                </a:solidFill>
                <a:latin typeface="Corbel"/>
                <a:ea typeface="Corbel"/>
                <a:cs typeface="Corbel"/>
                <a:sym typeface="Corbel"/>
              </a:endParaRPr>
            </a:p>
          </p:txBody>
        </p:sp>
      </p:grpSp>
      <p:grpSp>
        <p:nvGrpSpPr>
          <p:cNvPr id="928" name="Google Shape;928;p123"/>
          <p:cNvGrpSpPr/>
          <p:nvPr/>
        </p:nvGrpSpPr>
        <p:grpSpPr>
          <a:xfrm>
            <a:off x="585546" y="1590840"/>
            <a:ext cx="3715669" cy="842210"/>
            <a:chOff x="585546" y="1590840"/>
            <a:chExt cx="3715669" cy="842210"/>
          </a:xfrm>
        </p:grpSpPr>
        <p:pic>
          <p:nvPicPr>
            <p:cNvPr id="929" name="Google Shape;929;p123"/>
            <p:cNvPicPr preferRelativeResize="0"/>
            <p:nvPr/>
          </p:nvPicPr>
          <p:blipFill rotWithShape="1">
            <a:blip r:embed="rId4">
              <a:alphaModFix/>
            </a:blip>
            <a:srcRect b="0" l="16394" r="0" t="0"/>
            <a:stretch/>
          </p:blipFill>
          <p:spPr>
            <a:xfrm>
              <a:off x="1543309" y="1590840"/>
              <a:ext cx="2757906" cy="842210"/>
            </a:xfrm>
            <a:prstGeom prst="rect">
              <a:avLst/>
            </a:prstGeom>
            <a:noFill/>
            <a:ln>
              <a:noFill/>
            </a:ln>
          </p:spPr>
        </p:pic>
        <p:sp>
          <p:nvSpPr>
            <p:cNvPr id="930" name="Google Shape;930;p123"/>
            <p:cNvSpPr txBox="1"/>
            <p:nvPr/>
          </p:nvSpPr>
          <p:spPr>
            <a:xfrm>
              <a:off x="585546" y="1735225"/>
              <a:ext cx="10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m</a:t>
              </a:r>
              <a:endParaRPr b="0" baseline="-25000" i="0" sz="2400" u="none" cap="none" strike="noStrike">
                <a:solidFill>
                  <a:srgbClr val="000000"/>
                </a:solidFill>
                <a:latin typeface="Corbel"/>
                <a:ea typeface="Corbel"/>
                <a:cs typeface="Corbel"/>
                <a:sym typeface="Corbel"/>
              </a:endParaRPr>
            </a:p>
          </p:txBody>
        </p:sp>
      </p:grpSp>
      <p:grpSp>
        <p:nvGrpSpPr>
          <p:cNvPr id="931" name="Google Shape;931;p123"/>
          <p:cNvGrpSpPr/>
          <p:nvPr/>
        </p:nvGrpSpPr>
        <p:grpSpPr>
          <a:xfrm>
            <a:off x="644357" y="2656305"/>
            <a:ext cx="4880137" cy="1180431"/>
            <a:chOff x="270053" y="2709777"/>
            <a:chExt cx="4880137" cy="1180431"/>
          </a:xfrm>
        </p:grpSpPr>
        <p:pic>
          <p:nvPicPr>
            <p:cNvPr id="932" name="Google Shape;932;p123"/>
            <p:cNvPicPr preferRelativeResize="0"/>
            <p:nvPr/>
          </p:nvPicPr>
          <p:blipFill rotWithShape="1">
            <a:blip r:embed="rId5">
              <a:alphaModFix/>
            </a:blip>
            <a:srcRect b="0" l="11854" r="0" t="0"/>
            <a:stretch/>
          </p:blipFill>
          <p:spPr>
            <a:xfrm>
              <a:off x="1140029" y="2709777"/>
              <a:ext cx="4010161" cy="1180431"/>
            </a:xfrm>
            <a:prstGeom prst="rect">
              <a:avLst/>
            </a:prstGeom>
            <a:noFill/>
            <a:ln>
              <a:noFill/>
            </a:ln>
          </p:spPr>
        </p:pic>
        <p:sp>
          <p:nvSpPr>
            <p:cNvPr id="933" name="Google Shape;933;p123"/>
            <p:cNvSpPr txBox="1"/>
            <p:nvPr/>
          </p:nvSpPr>
          <p:spPr>
            <a:xfrm>
              <a:off x="270053" y="2943730"/>
              <a:ext cx="98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b</a:t>
              </a:r>
              <a:endParaRPr b="0" baseline="-25000" i="0" sz="2400" u="none" cap="none" strike="noStrike">
                <a:solidFill>
                  <a:srgbClr val="000000"/>
                </a:solidFill>
                <a:latin typeface="Corbel"/>
                <a:ea typeface="Corbel"/>
                <a:cs typeface="Corbel"/>
                <a:sym typeface="Corbel"/>
              </a:endParaRPr>
            </a:p>
          </p:txBody>
        </p:sp>
      </p:grpSp>
      <p:grpSp>
        <p:nvGrpSpPr>
          <p:cNvPr id="934" name="Google Shape;934;p123"/>
          <p:cNvGrpSpPr/>
          <p:nvPr/>
        </p:nvGrpSpPr>
        <p:grpSpPr>
          <a:xfrm>
            <a:off x="468568" y="3396915"/>
            <a:ext cx="1934289" cy="1180430"/>
            <a:chOff x="856248" y="4145545"/>
            <a:chExt cx="1934289" cy="1180430"/>
          </a:xfrm>
        </p:grpSpPr>
        <p:pic>
          <p:nvPicPr>
            <p:cNvPr id="935" name="Google Shape;935;p123"/>
            <p:cNvPicPr preferRelativeResize="0"/>
            <p:nvPr/>
          </p:nvPicPr>
          <p:blipFill rotWithShape="1">
            <a:blip r:embed="rId6">
              <a:alphaModFix/>
            </a:blip>
            <a:srcRect b="0" l="0" r="80033" t="0"/>
            <a:stretch/>
          </p:blipFill>
          <p:spPr>
            <a:xfrm>
              <a:off x="856248" y="4145545"/>
              <a:ext cx="908383" cy="1180430"/>
            </a:xfrm>
            <a:prstGeom prst="rect">
              <a:avLst/>
            </a:prstGeom>
            <a:noFill/>
            <a:ln>
              <a:noFill/>
            </a:ln>
          </p:spPr>
        </p:pic>
        <p:sp>
          <p:nvSpPr>
            <p:cNvPr id="936" name="Google Shape;936;p123"/>
            <p:cNvSpPr txBox="1"/>
            <p:nvPr/>
          </p:nvSpPr>
          <p:spPr>
            <a:xfrm>
              <a:off x="1804737" y="4411579"/>
              <a:ext cx="98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b</a:t>
              </a:r>
              <a:endParaRPr b="0" baseline="-25000" i="0" sz="2400" u="none" cap="none" strike="noStrike">
                <a:solidFill>
                  <a:srgbClr val="000000"/>
                </a:solidFill>
                <a:latin typeface="Corbel"/>
                <a:ea typeface="Corbel"/>
                <a:cs typeface="Corbel"/>
                <a:sym typeface="Corbel"/>
              </a:endParaRPr>
            </a:p>
          </p:txBody>
        </p:sp>
      </p:grpSp>
      <p:grpSp>
        <p:nvGrpSpPr>
          <p:cNvPr id="937" name="Google Shape;937;p123"/>
          <p:cNvGrpSpPr/>
          <p:nvPr/>
        </p:nvGrpSpPr>
        <p:grpSpPr>
          <a:xfrm>
            <a:off x="5057955" y="2898278"/>
            <a:ext cx="1853930" cy="842210"/>
            <a:chOff x="627647" y="2130926"/>
            <a:chExt cx="1853930" cy="842210"/>
          </a:xfrm>
        </p:grpSpPr>
        <p:pic>
          <p:nvPicPr>
            <p:cNvPr id="938" name="Google Shape;938;p123"/>
            <p:cNvPicPr preferRelativeResize="0"/>
            <p:nvPr/>
          </p:nvPicPr>
          <p:blipFill rotWithShape="1">
            <a:blip r:embed="rId3">
              <a:alphaModFix/>
            </a:blip>
            <a:srcRect b="0" l="0" r="76069" t="0"/>
            <a:stretch/>
          </p:blipFill>
          <p:spPr>
            <a:xfrm>
              <a:off x="627647" y="2130926"/>
              <a:ext cx="789406" cy="842210"/>
            </a:xfrm>
            <a:prstGeom prst="rect">
              <a:avLst/>
            </a:prstGeom>
            <a:noFill/>
            <a:ln>
              <a:noFill/>
            </a:ln>
          </p:spPr>
        </p:pic>
        <p:sp>
          <p:nvSpPr>
            <p:cNvPr id="939" name="Google Shape;939;p123"/>
            <p:cNvSpPr txBox="1"/>
            <p:nvPr/>
          </p:nvSpPr>
          <p:spPr>
            <a:xfrm>
              <a:off x="1435777" y="2264613"/>
              <a:ext cx="10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m</a:t>
              </a:r>
              <a:endParaRPr b="0" baseline="-25000" i="0" sz="2400" u="none" cap="none" strike="noStrike">
                <a:solidFill>
                  <a:srgbClr val="000000"/>
                </a:solidFill>
                <a:latin typeface="Corbel"/>
                <a:ea typeface="Corbel"/>
                <a:cs typeface="Corbel"/>
                <a:sym typeface="Corbel"/>
              </a:endParaRPr>
            </a:p>
          </p:txBody>
        </p:sp>
      </p:grpSp>
      <p:grpSp>
        <p:nvGrpSpPr>
          <p:cNvPr id="940" name="Google Shape;940;p123"/>
          <p:cNvGrpSpPr/>
          <p:nvPr/>
        </p:nvGrpSpPr>
        <p:grpSpPr>
          <a:xfrm>
            <a:off x="5069324" y="1582824"/>
            <a:ext cx="3673336" cy="842210"/>
            <a:chOff x="585546" y="1590840"/>
            <a:chExt cx="3673336" cy="842210"/>
          </a:xfrm>
        </p:grpSpPr>
        <p:pic>
          <p:nvPicPr>
            <p:cNvPr id="941" name="Google Shape;941;p123"/>
            <p:cNvPicPr preferRelativeResize="0"/>
            <p:nvPr/>
          </p:nvPicPr>
          <p:blipFill rotWithShape="1">
            <a:blip r:embed="rId4">
              <a:alphaModFix/>
            </a:blip>
            <a:srcRect b="0" l="16394" r="0" t="0"/>
            <a:stretch/>
          </p:blipFill>
          <p:spPr>
            <a:xfrm>
              <a:off x="1500976" y="1590840"/>
              <a:ext cx="2757906" cy="842210"/>
            </a:xfrm>
            <a:prstGeom prst="rect">
              <a:avLst/>
            </a:prstGeom>
            <a:noFill/>
            <a:ln>
              <a:noFill/>
            </a:ln>
          </p:spPr>
        </p:pic>
        <p:sp>
          <p:nvSpPr>
            <p:cNvPr id="942" name="Google Shape;942;p123"/>
            <p:cNvSpPr txBox="1"/>
            <p:nvPr/>
          </p:nvSpPr>
          <p:spPr>
            <a:xfrm>
              <a:off x="585546" y="1735225"/>
              <a:ext cx="10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m</a:t>
              </a:r>
              <a:endParaRPr b="0" baseline="-25000" i="0" sz="2400" u="none" cap="none" strike="noStrike">
                <a:solidFill>
                  <a:srgbClr val="000000"/>
                </a:solidFill>
                <a:latin typeface="Corbel"/>
                <a:ea typeface="Corbel"/>
                <a:cs typeface="Corbel"/>
                <a:sym typeface="Corbel"/>
              </a:endParaRPr>
            </a:p>
          </p:txBody>
        </p:sp>
      </p:grpSp>
      <p:grpSp>
        <p:nvGrpSpPr>
          <p:cNvPr id="943" name="Google Shape;943;p123"/>
          <p:cNvGrpSpPr/>
          <p:nvPr/>
        </p:nvGrpSpPr>
        <p:grpSpPr>
          <a:xfrm>
            <a:off x="5128135" y="2233864"/>
            <a:ext cx="4880140" cy="856469"/>
            <a:chOff x="270053" y="2709777"/>
            <a:chExt cx="4880140" cy="856469"/>
          </a:xfrm>
        </p:grpSpPr>
        <p:pic>
          <p:nvPicPr>
            <p:cNvPr id="944" name="Google Shape;944;p123"/>
            <p:cNvPicPr preferRelativeResize="0"/>
            <p:nvPr/>
          </p:nvPicPr>
          <p:blipFill rotWithShape="1">
            <a:blip r:embed="rId7">
              <a:alphaModFix/>
            </a:blip>
            <a:srcRect b="27446" l="11854" r="0" t="0"/>
            <a:stretch/>
          </p:blipFill>
          <p:spPr>
            <a:xfrm>
              <a:off x="1140029" y="2709777"/>
              <a:ext cx="4010164" cy="856469"/>
            </a:xfrm>
            <a:prstGeom prst="rect">
              <a:avLst/>
            </a:prstGeom>
            <a:noFill/>
            <a:ln>
              <a:noFill/>
            </a:ln>
          </p:spPr>
        </p:pic>
        <p:sp>
          <p:nvSpPr>
            <p:cNvPr id="945" name="Google Shape;945;p123"/>
            <p:cNvSpPr txBox="1"/>
            <p:nvPr/>
          </p:nvSpPr>
          <p:spPr>
            <a:xfrm>
              <a:off x="270053" y="2943730"/>
              <a:ext cx="98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b</a:t>
              </a:r>
              <a:endParaRPr b="0" baseline="-25000" i="0" sz="2400" u="none" cap="none" strike="noStrike">
                <a:solidFill>
                  <a:srgbClr val="000000"/>
                </a:solidFill>
                <a:latin typeface="Corbel"/>
                <a:ea typeface="Corbel"/>
                <a:cs typeface="Corbel"/>
                <a:sym typeface="Corbel"/>
              </a:endParaRPr>
            </a:p>
          </p:txBody>
        </p:sp>
      </p:grpSp>
      <p:grpSp>
        <p:nvGrpSpPr>
          <p:cNvPr id="946" name="Google Shape;946;p123"/>
          <p:cNvGrpSpPr/>
          <p:nvPr/>
        </p:nvGrpSpPr>
        <p:grpSpPr>
          <a:xfrm>
            <a:off x="4952346" y="3388899"/>
            <a:ext cx="1934289" cy="1180430"/>
            <a:chOff x="856248" y="4145545"/>
            <a:chExt cx="1934289" cy="1180430"/>
          </a:xfrm>
        </p:grpSpPr>
        <p:pic>
          <p:nvPicPr>
            <p:cNvPr id="947" name="Google Shape;947;p123"/>
            <p:cNvPicPr preferRelativeResize="0"/>
            <p:nvPr/>
          </p:nvPicPr>
          <p:blipFill rotWithShape="1">
            <a:blip r:embed="rId6">
              <a:alphaModFix/>
            </a:blip>
            <a:srcRect b="0" l="0" r="80033" t="0"/>
            <a:stretch/>
          </p:blipFill>
          <p:spPr>
            <a:xfrm>
              <a:off x="856248" y="4145545"/>
              <a:ext cx="908383" cy="1180430"/>
            </a:xfrm>
            <a:prstGeom prst="rect">
              <a:avLst/>
            </a:prstGeom>
            <a:noFill/>
            <a:ln>
              <a:noFill/>
            </a:ln>
          </p:spPr>
        </p:pic>
        <p:sp>
          <p:nvSpPr>
            <p:cNvPr id="948" name="Google Shape;948;p123"/>
            <p:cNvSpPr txBox="1"/>
            <p:nvPr/>
          </p:nvSpPr>
          <p:spPr>
            <a:xfrm>
              <a:off x="1804737" y="4411579"/>
              <a:ext cx="98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rbel"/>
                  <a:ea typeface="Corbel"/>
                  <a:cs typeface="Corbel"/>
                  <a:sym typeface="Corbel"/>
                </a:rPr>
                <a:t>temp</a:t>
              </a:r>
              <a:r>
                <a:rPr b="0" baseline="-25000" i="0" lang="en" sz="2400" u="none" cap="none" strike="noStrike">
                  <a:solidFill>
                    <a:srgbClr val="000000"/>
                  </a:solidFill>
                  <a:latin typeface="Corbel"/>
                  <a:ea typeface="Corbel"/>
                  <a:cs typeface="Corbel"/>
                  <a:sym typeface="Corbel"/>
                </a:rPr>
                <a:t>b</a:t>
              </a:r>
              <a:endParaRPr b="0" baseline="-25000" i="0" sz="2400" u="none" cap="none" strike="noStrike">
                <a:solidFill>
                  <a:srgbClr val="000000"/>
                </a:solidFill>
                <a:latin typeface="Corbel"/>
                <a:ea typeface="Corbel"/>
                <a:cs typeface="Corbel"/>
                <a:sym typeface="Corbel"/>
              </a:endParaRPr>
            </a:p>
          </p:txBody>
        </p:sp>
      </p:grpSp>
      <p:sp>
        <p:nvSpPr>
          <p:cNvPr id="949" name="Google Shape;949;p123"/>
          <p:cNvSpPr/>
          <p:nvPr/>
        </p:nvSpPr>
        <p:spPr>
          <a:xfrm>
            <a:off x="4572000" y="1564105"/>
            <a:ext cx="4237800" cy="2740500"/>
          </a:xfrm>
          <a:prstGeom prst="roundRect">
            <a:avLst>
              <a:gd fmla="val 16667" name="adj"/>
            </a:avLst>
          </a:prstGeom>
          <a:noFill/>
          <a:ln cap="flat" cmpd="sng" w="63500">
            <a:solidFill>
              <a:srgbClr val="008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grpSp>
        <p:nvGrpSpPr>
          <p:cNvPr id="950" name="Google Shape;950;p123"/>
          <p:cNvGrpSpPr/>
          <p:nvPr/>
        </p:nvGrpSpPr>
        <p:grpSpPr>
          <a:xfrm>
            <a:off x="387604" y="1510613"/>
            <a:ext cx="3716404" cy="2887591"/>
            <a:chOff x="347505" y="1470511"/>
            <a:chExt cx="3756600" cy="2927700"/>
          </a:xfrm>
        </p:grpSpPr>
        <p:cxnSp>
          <p:nvCxnSpPr>
            <p:cNvPr id="951" name="Google Shape;951;p123"/>
            <p:cNvCxnSpPr/>
            <p:nvPr/>
          </p:nvCxnSpPr>
          <p:spPr>
            <a:xfrm rot="10800000">
              <a:off x="347505" y="1470511"/>
              <a:ext cx="3756600" cy="2927700"/>
            </a:xfrm>
            <a:prstGeom prst="straightConnector1">
              <a:avLst/>
            </a:prstGeom>
            <a:noFill/>
            <a:ln cap="flat" cmpd="sng" w="47625">
              <a:solidFill>
                <a:srgbClr val="FF0000"/>
              </a:solidFill>
              <a:prstDash val="solid"/>
              <a:round/>
              <a:headEnd len="sm" w="sm" type="none"/>
              <a:tailEnd len="sm" w="sm" type="none"/>
            </a:ln>
          </p:spPr>
        </p:cxnSp>
        <p:cxnSp>
          <p:nvCxnSpPr>
            <p:cNvPr id="952" name="Google Shape;952;p123"/>
            <p:cNvCxnSpPr/>
            <p:nvPr/>
          </p:nvCxnSpPr>
          <p:spPr>
            <a:xfrm flipH="1">
              <a:off x="521432" y="1577474"/>
              <a:ext cx="3529200" cy="2820600"/>
            </a:xfrm>
            <a:prstGeom prst="straightConnector1">
              <a:avLst/>
            </a:prstGeom>
            <a:noFill/>
            <a:ln cap="flat" cmpd="sng" w="50800">
              <a:solidFill>
                <a:srgbClr val="FF0000"/>
              </a:solidFill>
              <a:prstDash val="solid"/>
              <a:round/>
              <a:headEnd len="sm" w="sm" type="none"/>
              <a:tailEnd len="sm" w="sm" type="none"/>
            </a:ln>
          </p:spPr>
        </p:cxn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2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Some terminology</a:t>
            </a:r>
            <a:endParaRPr b="0" i="0" sz="1400" u="none" cap="none" strike="noStrike">
              <a:solidFill>
                <a:srgbClr val="000000"/>
              </a:solidFill>
              <a:latin typeface="Arial"/>
              <a:ea typeface="Arial"/>
              <a:cs typeface="Arial"/>
              <a:sym typeface="Arial"/>
            </a:endParaRPr>
          </a:p>
        </p:txBody>
      </p:sp>
      <p:sp>
        <p:nvSpPr>
          <p:cNvPr id="958" name="Google Shape;958;p124"/>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Epoch - When you’ve trained through the </a:t>
            </a:r>
            <a:r>
              <a:rPr b="0" i="1" lang="en" sz="1400" u="none" cap="none" strike="noStrike">
                <a:solidFill>
                  <a:srgbClr val="000000"/>
                </a:solidFill>
                <a:latin typeface="Arial"/>
                <a:ea typeface="Arial"/>
                <a:cs typeface="Arial"/>
                <a:sym typeface="Arial"/>
              </a:rPr>
              <a:t>entire</a:t>
            </a:r>
            <a:r>
              <a:rPr b="0" i="0" lang="en" sz="1400" u="none" cap="none" strike="noStrike">
                <a:solidFill>
                  <a:srgbClr val="000000"/>
                </a:solidFill>
                <a:latin typeface="Arial"/>
                <a:ea typeface="Arial"/>
                <a:cs typeface="Arial"/>
                <a:sym typeface="Arial"/>
              </a:rPr>
              <a:t> dataset</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Sample - A single data sample</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Mini-batch - A subset of the full set of data (or the batch)</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Stochastic - Random (e.g., SGD)</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Training / Validation / Test - Splits of your dataset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2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How much data should you use each step?</a:t>
            </a:r>
            <a:endParaRPr b="0" i="0" sz="1400" u="none" cap="none" strike="noStrike">
              <a:solidFill>
                <a:srgbClr val="000000"/>
              </a:solidFill>
              <a:latin typeface="Arial"/>
              <a:ea typeface="Arial"/>
              <a:cs typeface="Arial"/>
              <a:sym typeface="Arial"/>
            </a:endParaRPr>
          </a:p>
        </p:txBody>
      </p:sp>
      <p:sp>
        <p:nvSpPr>
          <p:cNvPr id="964" name="Google Shape;964;p125"/>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Could use all the data in the entire dataset and each time take a step in the direction of the gradient?</a:t>
            </a:r>
            <a:endParaRPr b="0" i="0" sz="1400" u="none" cap="none" strike="noStrike">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Batch Gradient Descent</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Could calculate a single datapoint for each step in the direction of the gradient?</a:t>
            </a:r>
            <a:endParaRPr b="0" i="0" sz="1400" u="none" cap="none" strike="noStrike">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Stochastic Gradient Descent</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0" i="0" lang="en" sz="1400" u="none" cap="none" strike="noStrike">
                <a:solidFill>
                  <a:srgbClr val="000000"/>
                </a:solidFill>
                <a:latin typeface="Arial"/>
                <a:ea typeface="Arial"/>
                <a:cs typeface="Arial"/>
                <a:sym typeface="Arial"/>
              </a:rPr>
              <a:t>Could randomly sample a batch and then for each batch, take a step in the direction of the gradient?</a:t>
            </a:r>
            <a:endParaRPr b="0" i="0" sz="1400" u="none" cap="none" strike="noStrike">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Minibatch Stochastic Gradient Descent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26"/>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rgbClr val="000000"/>
              </a:buClr>
              <a:buSzPts val="1800"/>
              <a:buFont typeface="Arial"/>
              <a:buAutoNum type="arabicPeriod"/>
            </a:pPr>
            <a:r>
              <a:rPr b="0" i="0" lang="en" sz="1400" u="none" cap="none" strike="noStrike">
                <a:solidFill>
                  <a:srgbClr val="000000"/>
                </a:solidFill>
                <a:latin typeface="Arial"/>
                <a:ea typeface="Arial"/>
                <a:cs typeface="Arial"/>
                <a:sym typeface="Arial"/>
              </a:rPr>
              <a:t>Take a random batch from your data</a:t>
            </a: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AutoNum type="arabicPeriod"/>
            </a:pPr>
            <a:r>
              <a:rPr b="0" i="0" lang="en" sz="1400" u="none" cap="none" strike="noStrike">
                <a:solidFill>
                  <a:srgbClr val="000000"/>
                </a:solidFill>
                <a:latin typeface="Arial"/>
                <a:ea typeface="Arial"/>
                <a:cs typeface="Arial"/>
                <a:sym typeface="Arial"/>
              </a:rPr>
              <a:t>Calculate your gradient for each point in the random batch</a:t>
            </a: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AutoNum type="arabicPeriod"/>
            </a:pPr>
            <a:r>
              <a:rPr b="0" i="0" lang="en" sz="1400" u="none" cap="none" strike="noStrike">
                <a:solidFill>
                  <a:srgbClr val="000000"/>
                </a:solidFill>
                <a:latin typeface="Arial"/>
                <a:ea typeface="Arial"/>
                <a:cs typeface="Arial"/>
                <a:sym typeface="Arial"/>
              </a:rPr>
              <a:t>Sum the gradients together and then update gradient</a:t>
            </a:r>
            <a:endParaRPr b="0" i="0" sz="1400" u="none" cap="none" strike="noStrike">
              <a:solidFill>
                <a:srgbClr val="000000"/>
              </a:solidFill>
              <a:latin typeface="Arial"/>
              <a:ea typeface="Arial"/>
              <a:cs typeface="Arial"/>
              <a:sym typeface="Arial"/>
            </a:endParaRPr>
          </a:p>
        </p:txBody>
      </p:sp>
      <p:sp>
        <p:nvSpPr>
          <p:cNvPr id="970" name="Google Shape;970;p12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So what does minibatch SGD look like?</a:t>
            </a:r>
            <a:endParaRPr b="0" i="0" sz="1400" u="none" cap="none" strike="noStrike">
              <a:solidFill>
                <a:srgbClr val="000000"/>
              </a:solidFill>
              <a:latin typeface="Arial"/>
              <a:ea typeface="Arial"/>
              <a:cs typeface="Arial"/>
              <a:sym typeface="Arial"/>
            </a:endParaRPr>
          </a:p>
        </p:txBody>
      </p:sp>
      <p:sp>
        <p:nvSpPr>
          <p:cNvPr id="971" name="Google Shape;971;p126"/>
          <p:cNvSpPr/>
          <p:nvPr/>
        </p:nvSpPr>
        <p:spPr>
          <a:xfrm>
            <a:off x="913750" y="1326400"/>
            <a:ext cx="7398300" cy="324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72" name="Google Shape;972;p126"/>
          <p:cNvPicPr preferRelativeResize="0"/>
          <p:nvPr/>
        </p:nvPicPr>
        <p:blipFill rotWithShape="1">
          <a:blip r:embed="rId3">
            <a:alphaModFix/>
          </a:blip>
          <a:srcRect b="0" l="0" r="0" t="0"/>
          <a:stretch/>
        </p:blipFill>
        <p:spPr>
          <a:xfrm>
            <a:off x="3225661" y="2225075"/>
            <a:ext cx="2692675" cy="593200"/>
          </a:xfrm>
          <a:prstGeom prst="rect">
            <a:avLst/>
          </a:prstGeom>
          <a:noFill/>
          <a:ln>
            <a:noFill/>
          </a:ln>
        </p:spPr>
      </p:pic>
      <p:pic>
        <p:nvPicPr>
          <p:cNvPr id="973" name="Google Shape;973;p126"/>
          <p:cNvPicPr preferRelativeResize="0"/>
          <p:nvPr/>
        </p:nvPicPr>
        <p:blipFill rotWithShape="1">
          <a:blip r:embed="rId4">
            <a:alphaModFix/>
          </a:blip>
          <a:srcRect b="0" l="0" r="0" t="0"/>
          <a:stretch/>
        </p:blipFill>
        <p:spPr>
          <a:xfrm>
            <a:off x="2881187" y="3505875"/>
            <a:ext cx="3381626" cy="738050"/>
          </a:xfrm>
          <a:prstGeom prst="rect">
            <a:avLst/>
          </a:prstGeom>
          <a:noFill/>
          <a:ln>
            <a:noFill/>
          </a:ln>
        </p:spPr>
      </p:pic>
      <p:sp>
        <p:nvSpPr>
          <p:cNvPr id="974" name="Google Shape;974;p126"/>
          <p:cNvSpPr/>
          <p:nvPr/>
        </p:nvSpPr>
        <p:spPr>
          <a:xfrm>
            <a:off x="1066150" y="1326400"/>
            <a:ext cx="230700" cy="3243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26"/>
          <p:cNvSpPr/>
          <p:nvPr/>
        </p:nvSpPr>
        <p:spPr>
          <a:xfrm>
            <a:off x="2209150" y="1326400"/>
            <a:ext cx="230700" cy="3243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26"/>
          <p:cNvSpPr/>
          <p:nvPr/>
        </p:nvSpPr>
        <p:spPr>
          <a:xfrm>
            <a:off x="4952350" y="1326400"/>
            <a:ext cx="230700" cy="3243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26"/>
          <p:cNvSpPr/>
          <p:nvPr/>
        </p:nvSpPr>
        <p:spPr>
          <a:xfrm>
            <a:off x="2666350" y="1326400"/>
            <a:ext cx="230700" cy="3243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26"/>
          <p:cNvSpPr/>
          <p:nvPr/>
        </p:nvSpPr>
        <p:spPr>
          <a:xfrm>
            <a:off x="8000350" y="1326400"/>
            <a:ext cx="230700" cy="3243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26"/>
          <p:cNvSpPr/>
          <p:nvPr/>
        </p:nvSpPr>
        <p:spPr>
          <a:xfrm>
            <a:off x="7162150" y="1326400"/>
            <a:ext cx="230700" cy="3243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2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Logistic Regression Representation</a:t>
            </a:r>
            <a:endParaRPr b="0" i="0" sz="1400" u="none" cap="none" strike="noStrike">
              <a:solidFill>
                <a:srgbClr val="000000"/>
              </a:solidFill>
              <a:latin typeface="Arial"/>
              <a:ea typeface="Arial"/>
              <a:cs typeface="Arial"/>
              <a:sym typeface="Arial"/>
            </a:endParaRPr>
          </a:p>
        </p:txBody>
      </p:sp>
      <p:grpSp>
        <p:nvGrpSpPr>
          <p:cNvPr id="985" name="Google Shape;985;p127"/>
          <p:cNvGrpSpPr/>
          <p:nvPr/>
        </p:nvGrpSpPr>
        <p:grpSpPr>
          <a:xfrm>
            <a:off x="1325675" y="1758425"/>
            <a:ext cx="4738025" cy="2603200"/>
            <a:chOff x="1289375" y="1564900"/>
            <a:chExt cx="4738025" cy="2603200"/>
          </a:xfrm>
        </p:grpSpPr>
        <p:sp>
          <p:nvSpPr>
            <p:cNvPr id="986" name="Google Shape;986;p127"/>
            <p:cNvSpPr/>
            <p:nvPr/>
          </p:nvSpPr>
          <p:spPr>
            <a:xfrm>
              <a:off x="3881550" y="17280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z</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987" name="Google Shape;987;p127"/>
            <p:cNvSpPr/>
            <p:nvPr/>
          </p:nvSpPr>
          <p:spPr>
            <a:xfrm>
              <a:off x="3881550" y="257175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z</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988" name="Google Shape;988;p127"/>
            <p:cNvSpPr/>
            <p:nvPr/>
          </p:nvSpPr>
          <p:spPr>
            <a:xfrm>
              <a:off x="1289375" y="15649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27"/>
            <p:cNvSpPr/>
            <p:nvPr/>
          </p:nvSpPr>
          <p:spPr>
            <a:xfrm>
              <a:off x="1289375" y="257175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990" name="Google Shape;990;p127"/>
            <p:cNvSpPr/>
            <p:nvPr/>
          </p:nvSpPr>
          <p:spPr>
            <a:xfrm>
              <a:off x="1289375" y="35786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991" name="Google Shape;991;p127"/>
            <p:cNvSpPr txBox="1"/>
            <p:nvPr/>
          </p:nvSpPr>
          <p:spPr>
            <a:xfrm>
              <a:off x="1436675" y="1659550"/>
              <a:ext cx="324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992" name="Google Shape;992;p127"/>
            <p:cNvSpPr/>
            <p:nvPr/>
          </p:nvSpPr>
          <p:spPr>
            <a:xfrm>
              <a:off x="3881550" y="34155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z</a:t>
              </a:r>
              <a:r>
                <a:rPr b="0" baseline="-25000" i="0" lang="en" sz="1400" u="none" cap="none" strike="noStrike">
                  <a:solidFill>
                    <a:srgbClr val="000000"/>
                  </a:solidFill>
                  <a:latin typeface="Arial"/>
                  <a:ea typeface="Arial"/>
                  <a:cs typeface="Arial"/>
                  <a:sym typeface="Arial"/>
                </a:rPr>
                <a:t>3</a:t>
              </a:r>
              <a:endParaRPr b="0" baseline="-25000" i="0" sz="1400" u="none" cap="none" strike="noStrike">
                <a:solidFill>
                  <a:srgbClr val="000000"/>
                </a:solidFill>
                <a:latin typeface="Arial"/>
                <a:ea typeface="Arial"/>
                <a:cs typeface="Arial"/>
                <a:sym typeface="Arial"/>
              </a:endParaRPr>
            </a:p>
          </p:txBody>
        </p:sp>
        <p:sp>
          <p:nvSpPr>
            <p:cNvPr id="993" name="Google Shape;993;p127"/>
            <p:cNvSpPr/>
            <p:nvPr/>
          </p:nvSpPr>
          <p:spPr>
            <a:xfrm>
              <a:off x="5408500" y="17280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994" name="Google Shape;994;p127"/>
            <p:cNvSpPr/>
            <p:nvPr/>
          </p:nvSpPr>
          <p:spPr>
            <a:xfrm>
              <a:off x="5408500" y="257175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995" name="Google Shape;995;p127"/>
            <p:cNvSpPr/>
            <p:nvPr/>
          </p:nvSpPr>
          <p:spPr>
            <a:xfrm>
              <a:off x="5408500" y="34155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a:t>
              </a:r>
              <a:r>
                <a:rPr b="0" baseline="-25000" i="0" lang="en" sz="1400" u="none" cap="none" strike="noStrike">
                  <a:solidFill>
                    <a:srgbClr val="000000"/>
                  </a:solidFill>
                  <a:latin typeface="Arial"/>
                  <a:ea typeface="Arial"/>
                  <a:cs typeface="Arial"/>
                  <a:sym typeface="Arial"/>
                </a:rPr>
                <a:t>3</a:t>
              </a:r>
              <a:endParaRPr b="0" baseline="-25000" i="0" sz="1400" u="none" cap="none" strike="noStrike">
                <a:solidFill>
                  <a:srgbClr val="000000"/>
                </a:solidFill>
                <a:latin typeface="Arial"/>
                <a:ea typeface="Arial"/>
                <a:cs typeface="Arial"/>
                <a:sym typeface="Arial"/>
              </a:endParaRPr>
            </a:p>
          </p:txBody>
        </p:sp>
        <p:cxnSp>
          <p:nvCxnSpPr>
            <p:cNvPr id="996" name="Google Shape;996;p127"/>
            <p:cNvCxnSpPr>
              <a:stCxn id="988" idx="6"/>
              <a:endCxn id="986" idx="2"/>
            </p:cNvCxnSpPr>
            <p:nvPr/>
          </p:nvCxnSpPr>
          <p:spPr>
            <a:xfrm>
              <a:off x="1908275" y="1859650"/>
              <a:ext cx="1973400" cy="163200"/>
            </a:xfrm>
            <a:prstGeom prst="straightConnector1">
              <a:avLst/>
            </a:prstGeom>
            <a:noFill/>
            <a:ln cap="flat" cmpd="sng" w="9525">
              <a:solidFill>
                <a:schemeClr val="dk2"/>
              </a:solidFill>
              <a:prstDash val="solid"/>
              <a:round/>
              <a:headEnd len="sm" w="sm" type="none"/>
              <a:tailEnd len="med" w="med" type="triangle"/>
            </a:ln>
          </p:spPr>
        </p:cxnSp>
        <p:cxnSp>
          <p:nvCxnSpPr>
            <p:cNvPr id="997" name="Google Shape;997;p127"/>
            <p:cNvCxnSpPr>
              <a:stCxn id="989" idx="6"/>
              <a:endCxn id="986" idx="2"/>
            </p:cNvCxnSpPr>
            <p:nvPr/>
          </p:nvCxnSpPr>
          <p:spPr>
            <a:xfrm flipH="1" rot="10800000">
              <a:off x="1908275" y="2022900"/>
              <a:ext cx="1973400" cy="843600"/>
            </a:xfrm>
            <a:prstGeom prst="straightConnector1">
              <a:avLst/>
            </a:prstGeom>
            <a:noFill/>
            <a:ln cap="flat" cmpd="sng" w="9525">
              <a:solidFill>
                <a:schemeClr val="dk2"/>
              </a:solidFill>
              <a:prstDash val="solid"/>
              <a:round/>
              <a:headEnd len="sm" w="sm" type="none"/>
              <a:tailEnd len="med" w="med" type="triangle"/>
            </a:ln>
          </p:spPr>
        </p:cxnSp>
        <p:cxnSp>
          <p:nvCxnSpPr>
            <p:cNvPr id="998" name="Google Shape;998;p127"/>
            <p:cNvCxnSpPr>
              <a:stCxn id="990" idx="6"/>
              <a:endCxn id="986" idx="2"/>
            </p:cNvCxnSpPr>
            <p:nvPr/>
          </p:nvCxnSpPr>
          <p:spPr>
            <a:xfrm flipH="1" rot="10800000">
              <a:off x="1908275" y="2022650"/>
              <a:ext cx="1973400" cy="1850700"/>
            </a:xfrm>
            <a:prstGeom prst="straightConnector1">
              <a:avLst/>
            </a:prstGeom>
            <a:noFill/>
            <a:ln cap="flat" cmpd="sng" w="9525">
              <a:solidFill>
                <a:schemeClr val="dk2"/>
              </a:solidFill>
              <a:prstDash val="solid"/>
              <a:round/>
              <a:headEnd len="sm" w="sm" type="none"/>
              <a:tailEnd len="med" w="med" type="triangle"/>
            </a:ln>
          </p:spPr>
        </p:cxnSp>
        <p:cxnSp>
          <p:nvCxnSpPr>
            <p:cNvPr id="999" name="Google Shape;999;p127"/>
            <p:cNvCxnSpPr>
              <a:stCxn id="988" idx="6"/>
              <a:endCxn id="987" idx="2"/>
            </p:cNvCxnSpPr>
            <p:nvPr/>
          </p:nvCxnSpPr>
          <p:spPr>
            <a:xfrm>
              <a:off x="1908275" y="1859650"/>
              <a:ext cx="1973400" cy="1006800"/>
            </a:xfrm>
            <a:prstGeom prst="straightConnector1">
              <a:avLst/>
            </a:prstGeom>
            <a:noFill/>
            <a:ln cap="flat" cmpd="sng" w="9525">
              <a:solidFill>
                <a:schemeClr val="dk2"/>
              </a:solidFill>
              <a:prstDash val="solid"/>
              <a:round/>
              <a:headEnd len="sm" w="sm" type="none"/>
              <a:tailEnd len="med" w="med" type="triangle"/>
            </a:ln>
          </p:spPr>
        </p:cxnSp>
        <p:cxnSp>
          <p:nvCxnSpPr>
            <p:cNvPr id="1000" name="Google Shape;1000;p127"/>
            <p:cNvCxnSpPr>
              <a:stCxn id="988" idx="6"/>
              <a:endCxn id="992" idx="2"/>
            </p:cNvCxnSpPr>
            <p:nvPr/>
          </p:nvCxnSpPr>
          <p:spPr>
            <a:xfrm>
              <a:off x="1908275" y="1859650"/>
              <a:ext cx="1973400" cy="1850700"/>
            </a:xfrm>
            <a:prstGeom prst="straightConnector1">
              <a:avLst/>
            </a:prstGeom>
            <a:noFill/>
            <a:ln cap="flat" cmpd="sng" w="9525">
              <a:solidFill>
                <a:schemeClr val="dk2"/>
              </a:solidFill>
              <a:prstDash val="solid"/>
              <a:round/>
              <a:headEnd len="sm" w="sm" type="none"/>
              <a:tailEnd len="med" w="med" type="triangle"/>
            </a:ln>
          </p:spPr>
        </p:cxnSp>
        <p:cxnSp>
          <p:nvCxnSpPr>
            <p:cNvPr id="1001" name="Google Shape;1001;p127"/>
            <p:cNvCxnSpPr>
              <a:stCxn id="989" idx="6"/>
              <a:endCxn id="987" idx="2"/>
            </p:cNvCxnSpPr>
            <p:nvPr/>
          </p:nvCxnSpPr>
          <p:spPr>
            <a:xfrm>
              <a:off x="1908275" y="2866500"/>
              <a:ext cx="1973400" cy="0"/>
            </a:xfrm>
            <a:prstGeom prst="straightConnector1">
              <a:avLst/>
            </a:prstGeom>
            <a:noFill/>
            <a:ln cap="flat" cmpd="sng" w="9525">
              <a:solidFill>
                <a:schemeClr val="dk2"/>
              </a:solidFill>
              <a:prstDash val="solid"/>
              <a:round/>
              <a:headEnd len="sm" w="sm" type="none"/>
              <a:tailEnd len="med" w="med" type="triangle"/>
            </a:ln>
          </p:spPr>
        </p:cxnSp>
        <p:cxnSp>
          <p:nvCxnSpPr>
            <p:cNvPr id="1002" name="Google Shape;1002;p127"/>
            <p:cNvCxnSpPr>
              <a:stCxn id="989" idx="6"/>
              <a:endCxn id="992" idx="2"/>
            </p:cNvCxnSpPr>
            <p:nvPr/>
          </p:nvCxnSpPr>
          <p:spPr>
            <a:xfrm>
              <a:off x="1908275" y="2866500"/>
              <a:ext cx="1973400" cy="843900"/>
            </a:xfrm>
            <a:prstGeom prst="straightConnector1">
              <a:avLst/>
            </a:prstGeom>
            <a:noFill/>
            <a:ln cap="flat" cmpd="sng" w="9525">
              <a:solidFill>
                <a:schemeClr val="dk2"/>
              </a:solidFill>
              <a:prstDash val="solid"/>
              <a:round/>
              <a:headEnd len="sm" w="sm" type="none"/>
              <a:tailEnd len="med" w="med" type="triangle"/>
            </a:ln>
          </p:spPr>
        </p:cxnSp>
        <p:cxnSp>
          <p:nvCxnSpPr>
            <p:cNvPr id="1003" name="Google Shape;1003;p127"/>
            <p:cNvCxnSpPr>
              <a:stCxn id="990" idx="6"/>
              <a:endCxn id="987" idx="2"/>
            </p:cNvCxnSpPr>
            <p:nvPr/>
          </p:nvCxnSpPr>
          <p:spPr>
            <a:xfrm flipH="1" rot="10800000">
              <a:off x="1908275" y="2866550"/>
              <a:ext cx="1973400" cy="1006800"/>
            </a:xfrm>
            <a:prstGeom prst="straightConnector1">
              <a:avLst/>
            </a:prstGeom>
            <a:noFill/>
            <a:ln cap="flat" cmpd="sng" w="9525">
              <a:solidFill>
                <a:schemeClr val="dk2"/>
              </a:solidFill>
              <a:prstDash val="solid"/>
              <a:round/>
              <a:headEnd len="sm" w="sm" type="none"/>
              <a:tailEnd len="med" w="med" type="triangle"/>
            </a:ln>
          </p:spPr>
        </p:cxnSp>
        <p:cxnSp>
          <p:nvCxnSpPr>
            <p:cNvPr id="1004" name="Google Shape;1004;p127"/>
            <p:cNvCxnSpPr>
              <a:stCxn id="990" idx="6"/>
              <a:endCxn id="992" idx="2"/>
            </p:cNvCxnSpPr>
            <p:nvPr/>
          </p:nvCxnSpPr>
          <p:spPr>
            <a:xfrm flipH="1" rot="10800000">
              <a:off x="1908275" y="3710150"/>
              <a:ext cx="1973400" cy="163200"/>
            </a:xfrm>
            <a:prstGeom prst="straightConnector1">
              <a:avLst/>
            </a:prstGeom>
            <a:noFill/>
            <a:ln cap="flat" cmpd="sng" w="9525">
              <a:solidFill>
                <a:schemeClr val="dk2"/>
              </a:solidFill>
              <a:prstDash val="solid"/>
              <a:round/>
              <a:headEnd len="sm" w="sm" type="none"/>
              <a:tailEnd len="med" w="med" type="triangle"/>
            </a:ln>
          </p:spPr>
        </p:cxnSp>
        <p:grpSp>
          <p:nvGrpSpPr>
            <p:cNvPr id="1005" name="Google Shape;1005;p127"/>
            <p:cNvGrpSpPr/>
            <p:nvPr/>
          </p:nvGrpSpPr>
          <p:grpSpPr>
            <a:xfrm>
              <a:off x="4500450" y="1728000"/>
              <a:ext cx="908100" cy="400200"/>
              <a:chOff x="4881450" y="1728000"/>
              <a:chExt cx="908100" cy="400200"/>
            </a:xfrm>
          </p:grpSpPr>
          <p:sp>
            <p:nvSpPr>
              <p:cNvPr id="1006" name="Google Shape;1006;p127"/>
              <p:cNvSpPr txBox="1"/>
              <p:nvPr/>
            </p:nvSpPr>
            <p:spPr>
              <a:xfrm>
                <a:off x="5153825" y="1728000"/>
                <a:ext cx="363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σ</a:t>
                </a:r>
                <a:endParaRPr b="0" i="0" sz="1400" u="none" cap="none" strike="noStrike">
                  <a:solidFill>
                    <a:srgbClr val="000000"/>
                  </a:solidFill>
                  <a:latin typeface="Arial"/>
                  <a:ea typeface="Arial"/>
                  <a:cs typeface="Arial"/>
                  <a:sym typeface="Arial"/>
                </a:endParaRPr>
              </a:p>
            </p:txBody>
          </p:sp>
          <p:cxnSp>
            <p:nvCxnSpPr>
              <p:cNvPr id="1007" name="Google Shape;1007;p127"/>
              <p:cNvCxnSpPr>
                <a:stCxn id="986" idx="6"/>
                <a:endCxn id="993" idx="2"/>
              </p:cNvCxnSpPr>
              <p:nvPr/>
            </p:nvCxnSpPr>
            <p:spPr>
              <a:xfrm>
                <a:off x="4881450" y="2022750"/>
                <a:ext cx="908100" cy="0"/>
              </a:xfrm>
              <a:prstGeom prst="straightConnector1">
                <a:avLst/>
              </a:prstGeom>
              <a:noFill/>
              <a:ln cap="flat" cmpd="sng" w="9525">
                <a:solidFill>
                  <a:schemeClr val="dk2"/>
                </a:solidFill>
                <a:prstDash val="solid"/>
                <a:round/>
                <a:headEnd len="sm" w="sm" type="none"/>
                <a:tailEnd len="med" w="med" type="triangle"/>
              </a:ln>
            </p:spPr>
          </p:cxnSp>
        </p:grpSp>
        <p:grpSp>
          <p:nvGrpSpPr>
            <p:cNvPr id="1008" name="Google Shape;1008;p127"/>
            <p:cNvGrpSpPr/>
            <p:nvPr/>
          </p:nvGrpSpPr>
          <p:grpSpPr>
            <a:xfrm>
              <a:off x="4500425" y="2566200"/>
              <a:ext cx="908100" cy="400200"/>
              <a:chOff x="4881425" y="2566200"/>
              <a:chExt cx="908100" cy="400200"/>
            </a:xfrm>
          </p:grpSpPr>
          <p:cxnSp>
            <p:nvCxnSpPr>
              <p:cNvPr id="1009" name="Google Shape;1009;p127"/>
              <p:cNvCxnSpPr/>
              <p:nvPr/>
            </p:nvCxnSpPr>
            <p:spPr>
              <a:xfrm>
                <a:off x="4881425" y="2866500"/>
                <a:ext cx="908100" cy="0"/>
              </a:xfrm>
              <a:prstGeom prst="straightConnector1">
                <a:avLst/>
              </a:prstGeom>
              <a:noFill/>
              <a:ln cap="flat" cmpd="sng" w="9525">
                <a:solidFill>
                  <a:schemeClr val="dk2"/>
                </a:solidFill>
                <a:prstDash val="solid"/>
                <a:round/>
                <a:headEnd len="sm" w="sm" type="none"/>
                <a:tailEnd len="med" w="med" type="triangle"/>
              </a:ln>
            </p:spPr>
          </p:cxnSp>
          <p:sp>
            <p:nvSpPr>
              <p:cNvPr id="1010" name="Google Shape;1010;p127"/>
              <p:cNvSpPr txBox="1"/>
              <p:nvPr/>
            </p:nvSpPr>
            <p:spPr>
              <a:xfrm>
                <a:off x="5153825" y="2566200"/>
                <a:ext cx="363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σ</a:t>
                </a:r>
                <a:endParaRPr b="0" i="0" sz="1400" u="none" cap="none" strike="noStrike">
                  <a:solidFill>
                    <a:srgbClr val="000000"/>
                  </a:solidFill>
                  <a:latin typeface="Arial"/>
                  <a:ea typeface="Arial"/>
                  <a:cs typeface="Arial"/>
                  <a:sym typeface="Arial"/>
                </a:endParaRPr>
              </a:p>
            </p:txBody>
          </p:sp>
        </p:grpSp>
        <p:grpSp>
          <p:nvGrpSpPr>
            <p:cNvPr id="1011" name="Google Shape;1011;p127"/>
            <p:cNvGrpSpPr/>
            <p:nvPr/>
          </p:nvGrpSpPr>
          <p:grpSpPr>
            <a:xfrm>
              <a:off x="4500425" y="3415500"/>
              <a:ext cx="908100" cy="400200"/>
              <a:chOff x="4881400" y="3404400"/>
              <a:chExt cx="908100" cy="400200"/>
            </a:xfrm>
          </p:grpSpPr>
          <p:cxnSp>
            <p:nvCxnSpPr>
              <p:cNvPr id="1012" name="Google Shape;1012;p127"/>
              <p:cNvCxnSpPr/>
              <p:nvPr/>
            </p:nvCxnSpPr>
            <p:spPr>
              <a:xfrm>
                <a:off x="4881400" y="3710250"/>
                <a:ext cx="908100" cy="0"/>
              </a:xfrm>
              <a:prstGeom prst="straightConnector1">
                <a:avLst/>
              </a:prstGeom>
              <a:noFill/>
              <a:ln cap="flat" cmpd="sng" w="9525">
                <a:solidFill>
                  <a:schemeClr val="dk2"/>
                </a:solidFill>
                <a:prstDash val="solid"/>
                <a:round/>
                <a:headEnd len="sm" w="sm" type="none"/>
                <a:tailEnd len="med" w="med" type="triangle"/>
              </a:ln>
            </p:spPr>
          </p:cxnSp>
          <p:sp>
            <p:nvSpPr>
              <p:cNvPr id="1013" name="Google Shape;1013;p127"/>
              <p:cNvSpPr txBox="1"/>
              <p:nvPr/>
            </p:nvSpPr>
            <p:spPr>
              <a:xfrm>
                <a:off x="5153825" y="3404400"/>
                <a:ext cx="363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σ</a:t>
                </a:r>
                <a:endParaRPr b="0" i="0" sz="1400" u="none" cap="none" strike="noStrike">
                  <a:solidFill>
                    <a:srgbClr val="000000"/>
                  </a:solidFill>
                  <a:latin typeface="Arial"/>
                  <a:ea typeface="Arial"/>
                  <a:cs typeface="Arial"/>
                  <a:sym typeface="Arial"/>
                </a:endParaRPr>
              </a:p>
            </p:txBody>
          </p:sp>
        </p:grpSp>
        <p:pic>
          <p:nvPicPr>
            <p:cNvPr id="1014" name="Google Shape;1014;p127"/>
            <p:cNvPicPr preferRelativeResize="0"/>
            <p:nvPr/>
          </p:nvPicPr>
          <p:blipFill rotWithShape="1">
            <a:blip r:embed="rId3">
              <a:alphaModFix/>
            </a:blip>
            <a:srcRect b="0" l="0" r="0" t="0"/>
            <a:stretch/>
          </p:blipFill>
          <p:spPr>
            <a:xfrm>
              <a:off x="2649198" y="1659552"/>
              <a:ext cx="209065" cy="263475"/>
            </a:xfrm>
            <a:prstGeom prst="rect">
              <a:avLst/>
            </a:prstGeom>
            <a:noFill/>
            <a:ln>
              <a:noFill/>
            </a:ln>
          </p:spPr>
        </p:pic>
        <p:pic>
          <p:nvPicPr>
            <p:cNvPr id="1015" name="Google Shape;1015;p127"/>
            <p:cNvPicPr preferRelativeResize="0"/>
            <p:nvPr/>
          </p:nvPicPr>
          <p:blipFill rotWithShape="1">
            <a:blip r:embed="rId4">
              <a:alphaModFix/>
            </a:blip>
            <a:srcRect b="0" l="0" r="0" t="0"/>
            <a:stretch/>
          </p:blipFill>
          <p:spPr>
            <a:xfrm>
              <a:off x="2500966" y="3873350"/>
              <a:ext cx="472536" cy="263475"/>
            </a:xfrm>
            <a:prstGeom prst="rect">
              <a:avLst/>
            </a:prstGeom>
            <a:noFill/>
            <a:ln>
              <a:noFill/>
            </a:ln>
          </p:spPr>
        </p:pic>
      </p:grpSp>
      <p:pic>
        <p:nvPicPr>
          <p:cNvPr id="1016" name="Google Shape;1016;p127"/>
          <p:cNvPicPr preferRelativeResize="0"/>
          <p:nvPr/>
        </p:nvPicPr>
        <p:blipFill rotWithShape="1">
          <a:blip r:embed="rId5">
            <a:alphaModFix/>
          </a:blip>
          <a:srcRect b="0" l="0" r="0" t="0"/>
          <a:stretch/>
        </p:blipFill>
        <p:spPr>
          <a:xfrm>
            <a:off x="6773324" y="2734342"/>
            <a:ext cx="1889275" cy="651350"/>
          </a:xfrm>
          <a:prstGeom prst="rect">
            <a:avLst/>
          </a:prstGeom>
          <a:noFill/>
          <a:ln>
            <a:noFill/>
          </a:ln>
        </p:spPr>
      </p:pic>
      <p:pic>
        <p:nvPicPr>
          <p:cNvPr id="1017" name="Google Shape;1017;p127"/>
          <p:cNvPicPr preferRelativeResize="0"/>
          <p:nvPr/>
        </p:nvPicPr>
        <p:blipFill rotWithShape="1">
          <a:blip r:embed="rId6">
            <a:alphaModFix/>
          </a:blip>
          <a:srcRect b="0" l="0" r="0" t="0"/>
          <a:stretch/>
        </p:blipFill>
        <p:spPr>
          <a:xfrm>
            <a:off x="3300324" y="750324"/>
            <a:ext cx="2543364" cy="3936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2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Logistic Regression Representation</a:t>
            </a:r>
            <a:endParaRPr b="0" i="0" sz="1400" u="none" cap="none" strike="noStrike">
              <a:solidFill>
                <a:srgbClr val="000000"/>
              </a:solidFill>
              <a:latin typeface="Arial"/>
              <a:ea typeface="Arial"/>
              <a:cs typeface="Arial"/>
              <a:sym typeface="Arial"/>
            </a:endParaRPr>
          </a:p>
        </p:txBody>
      </p:sp>
      <p:pic>
        <p:nvPicPr>
          <p:cNvPr id="1023" name="Google Shape;1023;p128"/>
          <p:cNvPicPr preferRelativeResize="0"/>
          <p:nvPr/>
        </p:nvPicPr>
        <p:blipFill rotWithShape="1">
          <a:blip r:embed="rId3">
            <a:alphaModFix/>
          </a:blip>
          <a:srcRect b="0" l="0" r="0" t="0"/>
          <a:stretch/>
        </p:blipFill>
        <p:spPr>
          <a:xfrm>
            <a:off x="6773324" y="2734342"/>
            <a:ext cx="1889275" cy="651350"/>
          </a:xfrm>
          <a:prstGeom prst="rect">
            <a:avLst/>
          </a:prstGeom>
          <a:noFill/>
          <a:ln>
            <a:noFill/>
          </a:ln>
        </p:spPr>
      </p:pic>
      <p:pic>
        <p:nvPicPr>
          <p:cNvPr id="1024" name="Google Shape;1024;p128"/>
          <p:cNvPicPr preferRelativeResize="0"/>
          <p:nvPr/>
        </p:nvPicPr>
        <p:blipFill rotWithShape="1">
          <a:blip r:embed="rId4">
            <a:alphaModFix/>
          </a:blip>
          <a:srcRect b="0" l="0" r="0" t="0"/>
          <a:stretch/>
        </p:blipFill>
        <p:spPr>
          <a:xfrm>
            <a:off x="3300324" y="750324"/>
            <a:ext cx="2543364" cy="393600"/>
          </a:xfrm>
          <a:prstGeom prst="rect">
            <a:avLst/>
          </a:prstGeom>
          <a:noFill/>
          <a:ln>
            <a:noFill/>
          </a:ln>
        </p:spPr>
      </p:pic>
      <p:grpSp>
        <p:nvGrpSpPr>
          <p:cNvPr id="1025" name="Google Shape;1025;p128"/>
          <p:cNvGrpSpPr/>
          <p:nvPr/>
        </p:nvGrpSpPr>
        <p:grpSpPr>
          <a:xfrm>
            <a:off x="2764275" y="1807700"/>
            <a:ext cx="3211075" cy="2603200"/>
            <a:chOff x="1289375" y="1564900"/>
            <a:chExt cx="3211075" cy="2603200"/>
          </a:xfrm>
        </p:grpSpPr>
        <p:sp>
          <p:nvSpPr>
            <p:cNvPr id="1026" name="Google Shape;1026;p128"/>
            <p:cNvSpPr/>
            <p:nvPr/>
          </p:nvSpPr>
          <p:spPr>
            <a:xfrm>
              <a:off x="3881550" y="17280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1027" name="Google Shape;1027;p128"/>
            <p:cNvSpPr/>
            <p:nvPr/>
          </p:nvSpPr>
          <p:spPr>
            <a:xfrm>
              <a:off x="3881550" y="257175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1028" name="Google Shape;1028;p128"/>
            <p:cNvSpPr/>
            <p:nvPr/>
          </p:nvSpPr>
          <p:spPr>
            <a:xfrm>
              <a:off x="1289375" y="15649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128"/>
            <p:cNvSpPr/>
            <p:nvPr/>
          </p:nvSpPr>
          <p:spPr>
            <a:xfrm>
              <a:off x="1289375" y="257175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1030" name="Google Shape;1030;p128"/>
            <p:cNvSpPr/>
            <p:nvPr/>
          </p:nvSpPr>
          <p:spPr>
            <a:xfrm>
              <a:off x="1289375" y="35786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1031" name="Google Shape;1031;p128"/>
            <p:cNvSpPr txBox="1"/>
            <p:nvPr/>
          </p:nvSpPr>
          <p:spPr>
            <a:xfrm>
              <a:off x="1436675" y="1659550"/>
              <a:ext cx="324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032" name="Google Shape;1032;p128"/>
            <p:cNvSpPr/>
            <p:nvPr/>
          </p:nvSpPr>
          <p:spPr>
            <a:xfrm>
              <a:off x="3881550" y="3415500"/>
              <a:ext cx="618900" cy="58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a:t>
              </a:r>
              <a:r>
                <a:rPr b="0" baseline="-25000" i="0" lang="en" sz="1400" u="none" cap="none" strike="noStrike">
                  <a:solidFill>
                    <a:srgbClr val="000000"/>
                  </a:solidFill>
                  <a:latin typeface="Arial"/>
                  <a:ea typeface="Arial"/>
                  <a:cs typeface="Arial"/>
                  <a:sym typeface="Arial"/>
                </a:rPr>
                <a:t>3</a:t>
              </a:r>
              <a:endParaRPr b="0" baseline="-25000" i="0" sz="1400" u="none" cap="none" strike="noStrike">
                <a:solidFill>
                  <a:srgbClr val="000000"/>
                </a:solidFill>
                <a:latin typeface="Arial"/>
                <a:ea typeface="Arial"/>
                <a:cs typeface="Arial"/>
                <a:sym typeface="Arial"/>
              </a:endParaRPr>
            </a:p>
          </p:txBody>
        </p:sp>
        <p:cxnSp>
          <p:nvCxnSpPr>
            <p:cNvPr id="1033" name="Google Shape;1033;p128"/>
            <p:cNvCxnSpPr>
              <a:stCxn id="1028" idx="6"/>
              <a:endCxn id="1026" idx="2"/>
            </p:cNvCxnSpPr>
            <p:nvPr/>
          </p:nvCxnSpPr>
          <p:spPr>
            <a:xfrm>
              <a:off x="1908275" y="1859650"/>
              <a:ext cx="1973400" cy="163200"/>
            </a:xfrm>
            <a:prstGeom prst="straightConnector1">
              <a:avLst/>
            </a:prstGeom>
            <a:noFill/>
            <a:ln cap="flat" cmpd="sng" w="9525">
              <a:solidFill>
                <a:schemeClr val="dk2"/>
              </a:solidFill>
              <a:prstDash val="solid"/>
              <a:round/>
              <a:headEnd len="sm" w="sm" type="none"/>
              <a:tailEnd len="med" w="med" type="triangle"/>
            </a:ln>
          </p:spPr>
        </p:cxnSp>
        <p:cxnSp>
          <p:nvCxnSpPr>
            <p:cNvPr id="1034" name="Google Shape;1034;p128"/>
            <p:cNvCxnSpPr>
              <a:stCxn id="1029" idx="6"/>
              <a:endCxn id="1026" idx="2"/>
            </p:cNvCxnSpPr>
            <p:nvPr/>
          </p:nvCxnSpPr>
          <p:spPr>
            <a:xfrm flipH="1" rot="10800000">
              <a:off x="1908275" y="2022900"/>
              <a:ext cx="1973400" cy="843600"/>
            </a:xfrm>
            <a:prstGeom prst="straightConnector1">
              <a:avLst/>
            </a:prstGeom>
            <a:noFill/>
            <a:ln cap="flat" cmpd="sng" w="9525">
              <a:solidFill>
                <a:schemeClr val="dk2"/>
              </a:solidFill>
              <a:prstDash val="solid"/>
              <a:round/>
              <a:headEnd len="sm" w="sm" type="none"/>
              <a:tailEnd len="med" w="med" type="triangle"/>
            </a:ln>
          </p:spPr>
        </p:cxnSp>
        <p:cxnSp>
          <p:nvCxnSpPr>
            <p:cNvPr id="1035" name="Google Shape;1035;p128"/>
            <p:cNvCxnSpPr>
              <a:stCxn id="1030" idx="6"/>
              <a:endCxn id="1026" idx="2"/>
            </p:cNvCxnSpPr>
            <p:nvPr/>
          </p:nvCxnSpPr>
          <p:spPr>
            <a:xfrm flipH="1" rot="10800000">
              <a:off x="1908275" y="2022650"/>
              <a:ext cx="1973400" cy="1850700"/>
            </a:xfrm>
            <a:prstGeom prst="straightConnector1">
              <a:avLst/>
            </a:prstGeom>
            <a:noFill/>
            <a:ln cap="flat" cmpd="sng" w="9525">
              <a:solidFill>
                <a:schemeClr val="dk2"/>
              </a:solidFill>
              <a:prstDash val="solid"/>
              <a:round/>
              <a:headEnd len="sm" w="sm" type="none"/>
              <a:tailEnd len="med" w="med" type="triangle"/>
            </a:ln>
          </p:spPr>
        </p:cxnSp>
        <p:cxnSp>
          <p:nvCxnSpPr>
            <p:cNvPr id="1036" name="Google Shape;1036;p128"/>
            <p:cNvCxnSpPr>
              <a:stCxn id="1028" idx="6"/>
              <a:endCxn id="1027" idx="2"/>
            </p:cNvCxnSpPr>
            <p:nvPr/>
          </p:nvCxnSpPr>
          <p:spPr>
            <a:xfrm>
              <a:off x="1908275" y="1859650"/>
              <a:ext cx="1973400" cy="1006800"/>
            </a:xfrm>
            <a:prstGeom prst="straightConnector1">
              <a:avLst/>
            </a:prstGeom>
            <a:noFill/>
            <a:ln cap="flat" cmpd="sng" w="9525">
              <a:solidFill>
                <a:schemeClr val="dk2"/>
              </a:solidFill>
              <a:prstDash val="solid"/>
              <a:round/>
              <a:headEnd len="sm" w="sm" type="none"/>
              <a:tailEnd len="med" w="med" type="triangle"/>
            </a:ln>
          </p:spPr>
        </p:cxnSp>
        <p:cxnSp>
          <p:nvCxnSpPr>
            <p:cNvPr id="1037" name="Google Shape;1037;p128"/>
            <p:cNvCxnSpPr>
              <a:stCxn id="1028" idx="6"/>
              <a:endCxn id="1032" idx="2"/>
            </p:cNvCxnSpPr>
            <p:nvPr/>
          </p:nvCxnSpPr>
          <p:spPr>
            <a:xfrm>
              <a:off x="1908275" y="1859650"/>
              <a:ext cx="1973400" cy="1850700"/>
            </a:xfrm>
            <a:prstGeom prst="straightConnector1">
              <a:avLst/>
            </a:prstGeom>
            <a:noFill/>
            <a:ln cap="flat" cmpd="sng" w="9525">
              <a:solidFill>
                <a:schemeClr val="dk2"/>
              </a:solidFill>
              <a:prstDash val="solid"/>
              <a:round/>
              <a:headEnd len="sm" w="sm" type="none"/>
              <a:tailEnd len="med" w="med" type="triangle"/>
            </a:ln>
          </p:spPr>
        </p:cxnSp>
        <p:cxnSp>
          <p:nvCxnSpPr>
            <p:cNvPr id="1038" name="Google Shape;1038;p128"/>
            <p:cNvCxnSpPr>
              <a:stCxn id="1029" idx="6"/>
              <a:endCxn id="1027" idx="2"/>
            </p:cNvCxnSpPr>
            <p:nvPr/>
          </p:nvCxnSpPr>
          <p:spPr>
            <a:xfrm>
              <a:off x="1908275" y="2866500"/>
              <a:ext cx="1973400" cy="0"/>
            </a:xfrm>
            <a:prstGeom prst="straightConnector1">
              <a:avLst/>
            </a:prstGeom>
            <a:noFill/>
            <a:ln cap="flat" cmpd="sng" w="9525">
              <a:solidFill>
                <a:schemeClr val="dk2"/>
              </a:solidFill>
              <a:prstDash val="solid"/>
              <a:round/>
              <a:headEnd len="sm" w="sm" type="none"/>
              <a:tailEnd len="med" w="med" type="triangle"/>
            </a:ln>
          </p:spPr>
        </p:cxnSp>
        <p:cxnSp>
          <p:nvCxnSpPr>
            <p:cNvPr id="1039" name="Google Shape;1039;p128"/>
            <p:cNvCxnSpPr>
              <a:stCxn id="1029" idx="6"/>
              <a:endCxn id="1032" idx="2"/>
            </p:cNvCxnSpPr>
            <p:nvPr/>
          </p:nvCxnSpPr>
          <p:spPr>
            <a:xfrm>
              <a:off x="1908275" y="2866500"/>
              <a:ext cx="1973400" cy="843900"/>
            </a:xfrm>
            <a:prstGeom prst="straightConnector1">
              <a:avLst/>
            </a:prstGeom>
            <a:noFill/>
            <a:ln cap="flat" cmpd="sng" w="9525">
              <a:solidFill>
                <a:schemeClr val="dk2"/>
              </a:solidFill>
              <a:prstDash val="solid"/>
              <a:round/>
              <a:headEnd len="sm" w="sm" type="none"/>
              <a:tailEnd len="med" w="med" type="triangle"/>
            </a:ln>
          </p:spPr>
        </p:cxnSp>
        <p:cxnSp>
          <p:nvCxnSpPr>
            <p:cNvPr id="1040" name="Google Shape;1040;p128"/>
            <p:cNvCxnSpPr>
              <a:stCxn id="1030" idx="6"/>
              <a:endCxn id="1027" idx="2"/>
            </p:cNvCxnSpPr>
            <p:nvPr/>
          </p:nvCxnSpPr>
          <p:spPr>
            <a:xfrm flipH="1" rot="10800000">
              <a:off x="1908275" y="2866550"/>
              <a:ext cx="1973400" cy="1006800"/>
            </a:xfrm>
            <a:prstGeom prst="straightConnector1">
              <a:avLst/>
            </a:prstGeom>
            <a:noFill/>
            <a:ln cap="flat" cmpd="sng" w="9525">
              <a:solidFill>
                <a:schemeClr val="dk2"/>
              </a:solidFill>
              <a:prstDash val="solid"/>
              <a:round/>
              <a:headEnd len="sm" w="sm" type="none"/>
              <a:tailEnd len="med" w="med" type="triangle"/>
            </a:ln>
          </p:spPr>
        </p:cxnSp>
        <p:cxnSp>
          <p:nvCxnSpPr>
            <p:cNvPr id="1041" name="Google Shape;1041;p128"/>
            <p:cNvCxnSpPr>
              <a:stCxn id="1030" idx="6"/>
              <a:endCxn id="1032" idx="2"/>
            </p:cNvCxnSpPr>
            <p:nvPr/>
          </p:nvCxnSpPr>
          <p:spPr>
            <a:xfrm flipH="1" rot="10800000">
              <a:off x="1908275" y="3710150"/>
              <a:ext cx="1973400" cy="163200"/>
            </a:xfrm>
            <a:prstGeom prst="straightConnector1">
              <a:avLst/>
            </a:prstGeom>
            <a:noFill/>
            <a:ln cap="flat" cmpd="sng" w="9525">
              <a:solidFill>
                <a:schemeClr val="dk2"/>
              </a:solidFill>
              <a:prstDash val="solid"/>
              <a:round/>
              <a:headEnd len="sm" w="sm" type="none"/>
              <a:tailEnd len="med" w="med" type="triangle"/>
            </a:ln>
          </p:spPr>
        </p:cxnSp>
        <p:pic>
          <p:nvPicPr>
            <p:cNvPr id="1042" name="Google Shape;1042;p128"/>
            <p:cNvPicPr preferRelativeResize="0"/>
            <p:nvPr/>
          </p:nvPicPr>
          <p:blipFill rotWithShape="1">
            <a:blip r:embed="rId5">
              <a:alphaModFix/>
            </a:blip>
            <a:srcRect b="0" l="0" r="0" t="0"/>
            <a:stretch/>
          </p:blipFill>
          <p:spPr>
            <a:xfrm>
              <a:off x="2649198" y="1659552"/>
              <a:ext cx="209065" cy="263475"/>
            </a:xfrm>
            <a:prstGeom prst="rect">
              <a:avLst/>
            </a:prstGeom>
            <a:noFill/>
            <a:ln>
              <a:noFill/>
            </a:ln>
          </p:spPr>
        </p:pic>
        <p:pic>
          <p:nvPicPr>
            <p:cNvPr id="1043" name="Google Shape;1043;p128"/>
            <p:cNvPicPr preferRelativeResize="0"/>
            <p:nvPr/>
          </p:nvPicPr>
          <p:blipFill rotWithShape="1">
            <a:blip r:embed="rId6">
              <a:alphaModFix/>
            </a:blip>
            <a:srcRect b="0" l="0" r="0" t="0"/>
            <a:stretch/>
          </p:blipFill>
          <p:spPr>
            <a:xfrm>
              <a:off x="2500966" y="3873350"/>
              <a:ext cx="472536" cy="263475"/>
            </a:xfrm>
            <a:prstGeom prst="rect">
              <a:avLst/>
            </a:prstGeom>
            <a:noFill/>
            <a:ln>
              <a:noFill/>
            </a:ln>
          </p:spPr>
        </p:pic>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2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Layering Logistic Regression</a:t>
            </a:r>
            <a:endParaRPr b="0" i="0" sz="1400" u="none" cap="none" strike="noStrike">
              <a:solidFill>
                <a:srgbClr val="000000"/>
              </a:solidFill>
              <a:latin typeface="Arial"/>
              <a:ea typeface="Arial"/>
              <a:cs typeface="Arial"/>
              <a:sym typeface="Arial"/>
            </a:endParaRPr>
          </a:p>
        </p:txBody>
      </p:sp>
      <p:grpSp>
        <p:nvGrpSpPr>
          <p:cNvPr id="1049" name="Google Shape;1049;p129"/>
          <p:cNvGrpSpPr/>
          <p:nvPr/>
        </p:nvGrpSpPr>
        <p:grpSpPr>
          <a:xfrm>
            <a:off x="1048200" y="931175"/>
            <a:ext cx="3211075" cy="2603200"/>
            <a:chOff x="1289375" y="1564900"/>
            <a:chExt cx="3211075" cy="2603200"/>
          </a:xfrm>
        </p:grpSpPr>
        <p:sp>
          <p:nvSpPr>
            <p:cNvPr id="1050" name="Google Shape;1050;p129"/>
            <p:cNvSpPr/>
            <p:nvPr/>
          </p:nvSpPr>
          <p:spPr>
            <a:xfrm>
              <a:off x="3881550" y="17280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sp>
          <p:nvSpPr>
            <p:cNvPr id="1051" name="Google Shape;1051;p129"/>
            <p:cNvSpPr/>
            <p:nvPr/>
          </p:nvSpPr>
          <p:spPr>
            <a:xfrm>
              <a:off x="3881550" y="257175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sp>
          <p:nvSpPr>
            <p:cNvPr id="1052" name="Google Shape;1052;p129"/>
            <p:cNvSpPr/>
            <p:nvPr/>
          </p:nvSpPr>
          <p:spPr>
            <a:xfrm>
              <a:off x="1289375" y="15649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29"/>
            <p:cNvSpPr/>
            <p:nvPr/>
          </p:nvSpPr>
          <p:spPr>
            <a:xfrm>
              <a:off x="1289375" y="257175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1</a:t>
              </a:r>
              <a:endParaRPr b="0" baseline="-25000" i="0" sz="1400" u="none" cap="none" strike="noStrike">
                <a:solidFill>
                  <a:srgbClr val="000000"/>
                </a:solidFill>
                <a:latin typeface="Arial"/>
                <a:ea typeface="Arial"/>
                <a:cs typeface="Arial"/>
                <a:sym typeface="Arial"/>
              </a:endParaRPr>
            </a:p>
          </p:txBody>
        </p:sp>
        <p:sp>
          <p:nvSpPr>
            <p:cNvPr id="1054" name="Google Shape;1054;p129"/>
            <p:cNvSpPr/>
            <p:nvPr/>
          </p:nvSpPr>
          <p:spPr>
            <a:xfrm>
              <a:off x="1289375" y="35786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r>
                <a:rPr b="0" baseline="-25000" i="0" lang="en" sz="1400" u="none" cap="none" strike="noStrike">
                  <a:solidFill>
                    <a:srgbClr val="000000"/>
                  </a:solidFill>
                  <a:latin typeface="Arial"/>
                  <a:ea typeface="Arial"/>
                  <a:cs typeface="Arial"/>
                  <a:sym typeface="Arial"/>
                </a:rPr>
                <a:t>2</a:t>
              </a:r>
              <a:endParaRPr b="0" baseline="-25000" i="0" sz="1400" u="none" cap="none" strike="noStrike">
                <a:solidFill>
                  <a:srgbClr val="000000"/>
                </a:solidFill>
                <a:latin typeface="Arial"/>
                <a:ea typeface="Arial"/>
                <a:cs typeface="Arial"/>
                <a:sym typeface="Arial"/>
              </a:endParaRPr>
            </a:p>
          </p:txBody>
        </p:sp>
        <p:sp>
          <p:nvSpPr>
            <p:cNvPr id="1055" name="Google Shape;1055;p129"/>
            <p:cNvSpPr txBox="1"/>
            <p:nvPr/>
          </p:nvSpPr>
          <p:spPr>
            <a:xfrm>
              <a:off x="1436675" y="1659550"/>
              <a:ext cx="324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056" name="Google Shape;1056;p129"/>
            <p:cNvSpPr/>
            <p:nvPr/>
          </p:nvSpPr>
          <p:spPr>
            <a:xfrm>
              <a:off x="3881550" y="34155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cxnSp>
          <p:nvCxnSpPr>
            <p:cNvPr id="1057" name="Google Shape;1057;p129"/>
            <p:cNvCxnSpPr>
              <a:stCxn id="1052" idx="6"/>
              <a:endCxn id="1050" idx="2"/>
            </p:cNvCxnSpPr>
            <p:nvPr/>
          </p:nvCxnSpPr>
          <p:spPr>
            <a:xfrm>
              <a:off x="1908275" y="1859650"/>
              <a:ext cx="1973400" cy="163200"/>
            </a:xfrm>
            <a:prstGeom prst="straightConnector1">
              <a:avLst/>
            </a:prstGeom>
            <a:noFill/>
            <a:ln cap="flat" cmpd="sng" w="9525">
              <a:solidFill>
                <a:srgbClr val="595959"/>
              </a:solidFill>
              <a:prstDash val="solid"/>
              <a:round/>
              <a:headEnd len="sm" w="sm" type="none"/>
              <a:tailEnd len="med" w="med" type="triangle"/>
            </a:ln>
          </p:spPr>
        </p:cxnSp>
        <p:cxnSp>
          <p:nvCxnSpPr>
            <p:cNvPr id="1058" name="Google Shape;1058;p129"/>
            <p:cNvCxnSpPr>
              <a:stCxn id="1053" idx="6"/>
              <a:endCxn id="1050" idx="2"/>
            </p:cNvCxnSpPr>
            <p:nvPr/>
          </p:nvCxnSpPr>
          <p:spPr>
            <a:xfrm flipH="1" rot="10800000">
              <a:off x="1908275" y="2022900"/>
              <a:ext cx="1973400" cy="843600"/>
            </a:xfrm>
            <a:prstGeom prst="straightConnector1">
              <a:avLst/>
            </a:prstGeom>
            <a:noFill/>
            <a:ln cap="flat" cmpd="sng" w="9525">
              <a:solidFill>
                <a:srgbClr val="595959"/>
              </a:solidFill>
              <a:prstDash val="solid"/>
              <a:round/>
              <a:headEnd len="sm" w="sm" type="none"/>
              <a:tailEnd len="med" w="med" type="triangle"/>
            </a:ln>
          </p:spPr>
        </p:cxnSp>
        <p:cxnSp>
          <p:nvCxnSpPr>
            <p:cNvPr id="1059" name="Google Shape;1059;p129"/>
            <p:cNvCxnSpPr>
              <a:stCxn id="1054" idx="6"/>
              <a:endCxn id="1050" idx="2"/>
            </p:cNvCxnSpPr>
            <p:nvPr/>
          </p:nvCxnSpPr>
          <p:spPr>
            <a:xfrm flipH="1" rot="10800000">
              <a:off x="1908275" y="2022650"/>
              <a:ext cx="1973400" cy="1850700"/>
            </a:xfrm>
            <a:prstGeom prst="straightConnector1">
              <a:avLst/>
            </a:prstGeom>
            <a:noFill/>
            <a:ln cap="flat" cmpd="sng" w="9525">
              <a:solidFill>
                <a:srgbClr val="595959"/>
              </a:solidFill>
              <a:prstDash val="solid"/>
              <a:round/>
              <a:headEnd len="sm" w="sm" type="none"/>
              <a:tailEnd len="med" w="med" type="triangle"/>
            </a:ln>
          </p:spPr>
        </p:cxnSp>
        <p:cxnSp>
          <p:nvCxnSpPr>
            <p:cNvPr id="1060" name="Google Shape;1060;p129"/>
            <p:cNvCxnSpPr>
              <a:stCxn id="1052" idx="6"/>
              <a:endCxn id="1051" idx="2"/>
            </p:cNvCxnSpPr>
            <p:nvPr/>
          </p:nvCxnSpPr>
          <p:spPr>
            <a:xfrm>
              <a:off x="1908275" y="1859650"/>
              <a:ext cx="1973400" cy="1006800"/>
            </a:xfrm>
            <a:prstGeom prst="straightConnector1">
              <a:avLst/>
            </a:prstGeom>
            <a:noFill/>
            <a:ln cap="flat" cmpd="sng" w="9525">
              <a:solidFill>
                <a:srgbClr val="595959"/>
              </a:solidFill>
              <a:prstDash val="solid"/>
              <a:round/>
              <a:headEnd len="sm" w="sm" type="none"/>
              <a:tailEnd len="med" w="med" type="triangle"/>
            </a:ln>
          </p:spPr>
        </p:cxnSp>
        <p:cxnSp>
          <p:nvCxnSpPr>
            <p:cNvPr id="1061" name="Google Shape;1061;p129"/>
            <p:cNvCxnSpPr>
              <a:stCxn id="1052" idx="6"/>
              <a:endCxn id="1056" idx="2"/>
            </p:cNvCxnSpPr>
            <p:nvPr/>
          </p:nvCxnSpPr>
          <p:spPr>
            <a:xfrm>
              <a:off x="1908275" y="1859650"/>
              <a:ext cx="1973400" cy="1850700"/>
            </a:xfrm>
            <a:prstGeom prst="straightConnector1">
              <a:avLst/>
            </a:prstGeom>
            <a:noFill/>
            <a:ln cap="flat" cmpd="sng" w="9525">
              <a:solidFill>
                <a:srgbClr val="595959"/>
              </a:solidFill>
              <a:prstDash val="solid"/>
              <a:round/>
              <a:headEnd len="sm" w="sm" type="none"/>
              <a:tailEnd len="med" w="med" type="triangle"/>
            </a:ln>
          </p:spPr>
        </p:cxnSp>
        <p:cxnSp>
          <p:nvCxnSpPr>
            <p:cNvPr id="1062" name="Google Shape;1062;p129"/>
            <p:cNvCxnSpPr>
              <a:stCxn id="1053" idx="6"/>
              <a:endCxn id="1051" idx="2"/>
            </p:cNvCxnSpPr>
            <p:nvPr/>
          </p:nvCxnSpPr>
          <p:spPr>
            <a:xfrm>
              <a:off x="1908275" y="2866500"/>
              <a:ext cx="1973400" cy="0"/>
            </a:xfrm>
            <a:prstGeom prst="straightConnector1">
              <a:avLst/>
            </a:prstGeom>
            <a:noFill/>
            <a:ln cap="flat" cmpd="sng" w="9525">
              <a:solidFill>
                <a:srgbClr val="595959"/>
              </a:solidFill>
              <a:prstDash val="solid"/>
              <a:round/>
              <a:headEnd len="sm" w="sm" type="none"/>
              <a:tailEnd len="med" w="med" type="triangle"/>
            </a:ln>
          </p:spPr>
        </p:cxnSp>
        <p:cxnSp>
          <p:nvCxnSpPr>
            <p:cNvPr id="1063" name="Google Shape;1063;p129"/>
            <p:cNvCxnSpPr>
              <a:stCxn id="1053" idx="6"/>
              <a:endCxn id="1056" idx="2"/>
            </p:cNvCxnSpPr>
            <p:nvPr/>
          </p:nvCxnSpPr>
          <p:spPr>
            <a:xfrm>
              <a:off x="1908275" y="2866500"/>
              <a:ext cx="1973400" cy="843900"/>
            </a:xfrm>
            <a:prstGeom prst="straightConnector1">
              <a:avLst/>
            </a:prstGeom>
            <a:noFill/>
            <a:ln cap="flat" cmpd="sng" w="9525">
              <a:solidFill>
                <a:srgbClr val="595959"/>
              </a:solidFill>
              <a:prstDash val="solid"/>
              <a:round/>
              <a:headEnd len="sm" w="sm" type="none"/>
              <a:tailEnd len="med" w="med" type="triangle"/>
            </a:ln>
          </p:spPr>
        </p:cxnSp>
        <p:cxnSp>
          <p:nvCxnSpPr>
            <p:cNvPr id="1064" name="Google Shape;1064;p129"/>
            <p:cNvCxnSpPr>
              <a:stCxn id="1054" idx="6"/>
              <a:endCxn id="1051" idx="2"/>
            </p:cNvCxnSpPr>
            <p:nvPr/>
          </p:nvCxnSpPr>
          <p:spPr>
            <a:xfrm flipH="1" rot="10800000">
              <a:off x="1908275" y="2866550"/>
              <a:ext cx="1973400" cy="1006800"/>
            </a:xfrm>
            <a:prstGeom prst="straightConnector1">
              <a:avLst/>
            </a:prstGeom>
            <a:noFill/>
            <a:ln cap="flat" cmpd="sng" w="9525">
              <a:solidFill>
                <a:srgbClr val="595959"/>
              </a:solidFill>
              <a:prstDash val="solid"/>
              <a:round/>
              <a:headEnd len="sm" w="sm" type="none"/>
              <a:tailEnd len="med" w="med" type="triangle"/>
            </a:ln>
          </p:spPr>
        </p:cxnSp>
        <p:cxnSp>
          <p:nvCxnSpPr>
            <p:cNvPr id="1065" name="Google Shape;1065;p129"/>
            <p:cNvCxnSpPr>
              <a:stCxn id="1054" idx="6"/>
              <a:endCxn id="1056" idx="2"/>
            </p:cNvCxnSpPr>
            <p:nvPr/>
          </p:nvCxnSpPr>
          <p:spPr>
            <a:xfrm flipH="1" rot="10800000">
              <a:off x="1908275" y="3710150"/>
              <a:ext cx="1973400" cy="163200"/>
            </a:xfrm>
            <a:prstGeom prst="straightConnector1">
              <a:avLst/>
            </a:prstGeom>
            <a:noFill/>
            <a:ln cap="flat" cmpd="sng" w="9525">
              <a:solidFill>
                <a:srgbClr val="595959"/>
              </a:solidFill>
              <a:prstDash val="solid"/>
              <a:round/>
              <a:headEnd len="sm" w="sm" type="none"/>
              <a:tailEnd len="med" w="med" type="triangle"/>
            </a:ln>
          </p:spPr>
        </p:cxnSp>
      </p:grpSp>
      <p:sp>
        <p:nvSpPr>
          <p:cNvPr id="1066" name="Google Shape;1066;p129"/>
          <p:cNvSpPr/>
          <p:nvPr/>
        </p:nvSpPr>
        <p:spPr>
          <a:xfrm>
            <a:off x="5624950" y="147865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sp>
        <p:nvSpPr>
          <p:cNvPr id="1067" name="Google Shape;1067;p129"/>
          <p:cNvSpPr/>
          <p:nvPr/>
        </p:nvSpPr>
        <p:spPr>
          <a:xfrm>
            <a:off x="5624950" y="23974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cxnSp>
        <p:nvCxnSpPr>
          <p:cNvPr id="1068" name="Google Shape;1068;p129"/>
          <p:cNvCxnSpPr>
            <a:stCxn id="1050" idx="6"/>
            <a:endCxn id="1067" idx="2"/>
          </p:cNvCxnSpPr>
          <p:nvPr/>
        </p:nvCxnSpPr>
        <p:spPr>
          <a:xfrm>
            <a:off x="4259275" y="1389025"/>
            <a:ext cx="1365600" cy="1303200"/>
          </a:xfrm>
          <a:prstGeom prst="straightConnector1">
            <a:avLst/>
          </a:prstGeom>
          <a:noFill/>
          <a:ln cap="flat" cmpd="sng" w="9525">
            <a:solidFill>
              <a:schemeClr val="dk2"/>
            </a:solidFill>
            <a:prstDash val="solid"/>
            <a:round/>
            <a:headEnd len="sm" w="sm" type="none"/>
            <a:tailEnd len="med" w="med" type="triangle"/>
          </a:ln>
        </p:spPr>
      </p:cxnSp>
      <p:cxnSp>
        <p:nvCxnSpPr>
          <p:cNvPr id="1069" name="Google Shape;1069;p129"/>
          <p:cNvCxnSpPr>
            <a:stCxn id="1051" idx="6"/>
            <a:endCxn id="1066" idx="2"/>
          </p:cNvCxnSpPr>
          <p:nvPr/>
        </p:nvCxnSpPr>
        <p:spPr>
          <a:xfrm flipH="1" rot="10800000">
            <a:off x="4259275" y="1773475"/>
            <a:ext cx="1365600" cy="459300"/>
          </a:xfrm>
          <a:prstGeom prst="straightConnector1">
            <a:avLst/>
          </a:prstGeom>
          <a:noFill/>
          <a:ln cap="flat" cmpd="sng" w="9525">
            <a:solidFill>
              <a:schemeClr val="dk2"/>
            </a:solidFill>
            <a:prstDash val="solid"/>
            <a:round/>
            <a:headEnd len="sm" w="sm" type="none"/>
            <a:tailEnd len="med" w="med" type="triangle"/>
          </a:ln>
        </p:spPr>
      </p:cxnSp>
      <p:cxnSp>
        <p:nvCxnSpPr>
          <p:cNvPr id="1070" name="Google Shape;1070;p129"/>
          <p:cNvCxnSpPr>
            <a:stCxn id="1050" idx="6"/>
            <a:endCxn id="1066" idx="2"/>
          </p:cNvCxnSpPr>
          <p:nvPr/>
        </p:nvCxnSpPr>
        <p:spPr>
          <a:xfrm>
            <a:off x="4259275" y="1389025"/>
            <a:ext cx="1365600" cy="384300"/>
          </a:xfrm>
          <a:prstGeom prst="straightConnector1">
            <a:avLst/>
          </a:prstGeom>
          <a:noFill/>
          <a:ln cap="flat" cmpd="sng" w="9525">
            <a:solidFill>
              <a:schemeClr val="dk2"/>
            </a:solidFill>
            <a:prstDash val="solid"/>
            <a:round/>
            <a:headEnd len="sm" w="sm" type="none"/>
            <a:tailEnd len="med" w="med" type="triangle"/>
          </a:ln>
        </p:spPr>
      </p:cxnSp>
      <p:cxnSp>
        <p:nvCxnSpPr>
          <p:cNvPr id="1071" name="Google Shape;1071;p129"/>
          <p:cNvCxnSpPr>
            <a:stCxn id="1051" idx="6"/>
            <a:endCxn id="1067" idx="2"/>
          </p:cNvCxnSpPr>
          <p:nvPr/>
        </p:nvCxnSpPr>
        <p:spPr>
          <a:xfrm>
            <a:off x="4259275" y="2232775"/>
            <a:ext cx="1365600" cy="459300"/>
          </a:xfrm>
          <a:prstGeom prst="straightConnector1">
            <a:avLst/>
          </a:prstGeom>
          <a:noFill/>
          <a:ln cap="flat" cmpd="sng" w="9525">
            <a:solidFill>
              <a:schemeClr val="dk2"/>
            </a:solidFill>
            <a:prstDash val="solid"/>
            <a:round/>
            <a:headEnd len="sm" w="sm" type="none"/>
            <a:tailEnd len="med" w="med" type="triangle"/>
          </a:ln>
        </p:spPr>
      </p:cxnSp>
      <p:cxnSp>
        <p:nvCxnSpPr>
          <p:cNvPr id="1072" name="Google Shape;1072;p129"/>
          <p:cNvCxnSpPr>
            <a:stCxn id="1056" idx="6"/>
            <a:endCxn id="1067" idx="2"/>
          </p:cNvCxnSpPr>
          <p:nvPr/>
        </p:nvCxnSpPr>
        <p:spPr>
          <a:xfrm flipH="1" rot="10800000">
            <a:off x="4259275" y="2692225"/>
            <a:ext cx="1365600" cy="384300"/>
          </a:xfrm>
          <a:prstGeom prst="straightConnector1">
            <a:avLst/>
          </a:prstGeom>
          <a:noFill/>
          <a:ln cap="flat" cmpd="sng" w="9525">
            <a:solidFill>
              <a:schemeClr val="dk2"/>
            </a:solidFill>
            <a:prstDash val="solid"/>
            <a:round/>
            <a:headEnd len="sm" w="sm" type="none"/>
            <a:tailEnd len="med" w="med" type="triangle"/>
          </a:ln>
        </p:spPr>
      </p:cxnSp>
      <p:cxnSp>
        <p:nvCxnSpPr>
          <p:cNvPr id="1073" name="Google Shape;1073;p129"/>
          <p:cNvCxnSpPr>
            <a:stCxn id="1056" idx="6"/>
            <a:endCxn id="1066" idx="2"/>
          </p:cNvCxnSpPr>
          <p:nvPr/>
        </p:nvCxnSpPr>
        <p:spPr>
          <a:xfrm flipH="1" rot="10800000">
            <a:off x="4259275" y="1773325"/>
            <a:ext cx="1365600" cy="1303200"/>
          </a:xfrm>
          <a:prstGeom prst="straightConnector1">
            <a:avLst/>
          </a:prstGeom>
          <a:noFill/>
          <a:ln cap="flat" cmpd="sng" w="9525">
            <a:solidFill>
              <a:schemeClr val="dk2"/>
            </a:solidFill>
            <a:prstDash val="solid"/>
            <a:round/>
            <a:headEnd len="sm" w="sm" type="none"/>
            <a:tailEnd len="med" w="med" type="triangle"/>
          </a:ln>
        </p:spPr>
      </p:cxnSp>
      <p:sp>
        <p:nvSpPr>
          <p:cNvPr id="1074" name="Google Shape;1074;p129"/>
          <p:cNvSpPr/>
          <p:nvPr/>
        </p:nvSpPr>
        <p:spPr>
          <a:xfrm>
            <a:off x="7476900" y="1938025"/>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cxnSp>
        <p:nvCxnSpPr>
          <p:cNvPr id="1075" name="Google Shape;1075;p129"/>
          <p:cNvCxnSpPr>
            <a:stCxn id="1066" idx="6"/>
            <a:endCxn id="1074" idx="2"/>
          </p:cNvCxnSpPr>
          <p:nvPr/>
        </p:nvCxnSpPr>
        <p:spPr>
          <a:xfrm>
            <a:off x="6243850" y="1773400"/>
            <a:ext cx="1233000" cy="459300"/>
          </a:xfrm>
          <a:prstGeom prst="straightConnector1">
            <a:avLst/>
          </a:prstGeom>
          <a:noFill/>
          <a:ln cap="flat" cmpd="sng" w="9525">
            <a:solidFill>
              <a:schemeClr val="dk2"/>
            </a:solidFill>
            <a:prstDash val="solid"/>
            <a:round/>
            <a:headEnd len="sm" w="sm" type="none"/>
            <a:tailEnd len="med" w="med" type="triangle"/>
          </a:ln>
        </p:spPr>
      </p:cxnSp>
      <p:cxnSp>
        <p:nvCxnSpPr>
          <p:cNvPr id="1076" name="Google Shape;1076;p129"/>
          <p:cNvCxnSpPr>
            <a:stCxn id="1067" idx="6"/>
            <a:endCxn id="1074" idx="2"/>
          </p:cNvCxnSpPr>
          <p:nvPr/>
        </p:nvCxnSpPr>
        <p:spPr>
          <a:xfrm flipH="1" rot="10800000">
            <a:off x="6243850" y="2232850"/>
            <a:ext cx="1233000" cy="459300"/>
          </a:xfrm>
          <a:prstGeom prst="straightConnector1">
            <a:avLst/>
          </a:prstGeom>
          <a:noFill/>
          <a:ln cap="flat" cmpd="sng" w="9525">
            <a:solidFill>
              <a:schemeClr val="dk2"/>
            </a:solidFill>
            <a:prstDash val="solid"/>
            <a:round/>
            <a:headEnd len="sm" w="sm" type="none"/>
            <a:tailEnd len="med" w="med" type="triangle"/>
          </a:ln>
        </p:spPr>
      </p:cxnSp>
      <p:sp>
        <p:nvSpPr>
          <p:cNvPr id="1077" name="Google Shape;1077;p129"/>
          <p:cNvSpPr txBox="1"/>
          <p:nvPr/>
        </p:nvSpPr>
        <p:spPr>
          <a:xfrm>
            <a:off x="766375" y="3758125"/>
            <a:ext cx="1233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Input Layer</a:t>
            </a:r>
            <a:endParaRPr b="0" i="0" sz="1400" u="none" cap="none" strike="noStrike">
              <a:solidFill>
                <a:srgbClr val="000000"/>
              </a:solidFill>
              <a:latin typeface="Arial"/>
              <a:ea typeface="Arial"/>
              <a:cs typeface="Arial"/>
              <a:sym typeface="Arial"/>
            </a:endParaRPr>
          </a:p>
        </p:txBody>
      </p:sp>
      <p:sp>
        <p:nvSpPr>
          <p:cNvPr id="1078" name="Google Shape;1078;p129"/>
          <p:cNvSpPr txBox="1"/>
          <p:nvPr/>
        </p:nvSpPr>
        <p:spPr>
          <a:xfrm>
            <a:off x="3232600" y="3758125"/>
            <a:ext cx="1233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Hidden Layer</a:t>
            </a:r>
            <a:endParaRPr b="0" i="0" sz="1400" u="none" cap="none" strike="noStrike">
              <a:solidFill>
                <a:srgbClr val="000000"/>
              </a:solidFill>
              <a:latin typeface="Arial"/>
              <a:ea typeface="Arial"/>
              <a:cs typeface="Arial"/>
              <a:sym typeface="Arial"/>
            </a:endParaRPr>
          </a:p>
        </p:txBody>
      </p:sp>
      <p:sp>
        <p:nvSpPr>
          <p:cNvPr id="1079" name="Google Shape;1079;p129"/>
          <p:cNvSpPr txBox="1"/>
          <p:nvPr/>
        </p:nvSpPr>
        <p:spPr>
          <a:xfrm>
            <a:off x="5418825" y="3758125"/>
            <a:ext cx="1233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Hidden Layer</a:t>
            </a:r>
            <a:endParaRPr b="0" i="0" sz="1400" u="none" cap="none" strike="noStrike">
              <a:solidFill>
                <a:srgbClr val="000000"/>
              </a:solidFill>
              <a:latin typeface="Arial"/>
              <a:ea typeface="Arial"/>
              <a:cs typeface="Arial"/>
              <a:sym typeface="Arial"/>
            </a:endParaRPr>
          </a:p>
        </p:txBody>
      </p:sp>
      <p:sp>
        <p:nvSpPr>
          <p:cNvPr id="1080" name="Google Shape;1080;p129"/>
          <p:cNvSpPr txBox="1"/>
          <p:nvPr/>
        </p:nvSpPr>
        <p:spPr>
          <a:xfrm>
            <a:off x="7169850" y="3758125"/>
            <a:ext cx="1233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Output  Layer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3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174601"/>
              <a:buFont typeface="Arial"/>
              <a:buNone/>
            </a:pPr>
            <a:r>
              <a:rPr b="0" i="0" lang="en" sz="1400" u="none" cap="none" strike="noStrike">
                <a:solidFill>
                  <a:srgbClr val="000000"/>
                </a:solidFill>
                <a:latin typeface="Arial"/>
                <a:ea typeface="Arial"/>
                <a:cs typeface="Arial"/>
                <a:sym typeface="Arial"/>
              </a:rPr>
              <a:t>Neural Networks Representation</a:t>
            </a:r>
            <a:endParaRPr b="0" i="0" sz="1400" u="none" cap="none" strike="noStrike">
              <a:solidFill>
                <a:srgbClr val="000000"/>
              </a:solidFill>
              <a:latin typeface="Arial"/>
              <a:ea typeface="Arial"/>
              <a:cs typeface="Arial"/>
              <a:sym typeface="Arial"/>
            </a:endParaRPr>
          </a:p>
        </p:txBody>
      </p:sp>
      <p:grpSp>
        <p:nvGrpSpPr>
          <p:cNvPr id="1086" name="Google Shape;1086;p130"/>
          <p:cNvGrpSpPr/>
          <p:nvPr/>
        </p:nvGrpSpPr>
        <p:grpSpPr>
          <a:xfrm>
            <a:off x="517442" y="736435"/>
            <a:ext cx="2113530" cy="1835516"/>
            <a:chOff x="1289375" y="1564900"/>
            <a:chExt cx="3211075" cy="2603200"/>
          </a:xfrm>
        </p:grpSpPr>
        <p:sp>
          <p:nvSpPr>
            <p:cNvPr id="1087" name="Google Shape;1087;p130"/>
            <p:cNvSpPr/>
            <p:nvPr/>
          </p:nvSpPr>
          <p:spPr>
            <a:xfrm>
              <a:off x="3881550" y="17280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sp>
          <p:nvSpPr>
            <p:cNvPr id="1088" name="Google Shape;1088;p130"/>
            <p:cNvSpPr/>
            <p:nvPr/>
          </p:nvSpPr>
          <p:spPr>
            <a:xfrm>
              <a:off x="3881550" y="257175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sp>
          <p:nvSpPr>
            <p:cNvPr id="1089" name="Google Shape;1089;p130"/>
            <p:cNvSpPr/>
            <p:nvPr/>
          </p:nvSpPr>
          <p:spPr>
            <a:xfrm>
              <a:off x="1289375" y="15649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30"/>
            <p:cNvSpPr/>
            <p:nvPr/>
          </p:nvSpPr>
          <p:spPr>
            <a:xfrm>
              <a:off x="1289375" y="257175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sp>
          <p:nvSpPr>
            <p:cNvPr id="1091" name="Google Shape;1091;p130"/>
            <p:cNvSpPr/>
            <p:nvPr/>
          </p:nvSpPr>
          <p:spPr>
            <a:xfrm>
              <a:off x="1289375" y="35786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sp>
          <p:nvSpPr>
            <p:cNvPr id="1092" name="Google Shape;1092;p130"/>
            <p:cNvSpPr txBox="1"/>
            <p:nvPr/>
          </p:nvSpPr>
          <p:spPr>
            <a:xfrm>
              <a:off x="1436675" y="1659550"/>
              <a:ext cx="324300" cy="567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30"/>
            <p:cNvSpPr/>
            <p:nvPr/>
          </p:nvSpPr>
          <p:spPr>
            <a:xfrm>
              <a:off x="3881550" y="3415500"/>
              <a:ext cx="618900" cy="589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cxnSp>
          <p:nvCxnSpPr>
            <p:cNvPr id="1094" name="Google Shape;1094;p130"/>
            <p:cNvCxnSpPr>
              <a:stCxn id="1089" idx="6"/>
              <a:endCxn id="1087" idx="2"/>
            </p:cNvCxnSpPr>
            <p:nvPr/>
          </p:nvCxnSpPr>
          <p:spPr>
            <a:xfrm>
              <a:off x="1908275" y="1859650"/>
              <a:ext cx="1973400" cy="163200"/>
            </a:xfrm>
            <a:prstGeom prst="straightConnector1">
              <a:avLst/>
            </a:prstGeom>
            <a:noFill/>
            <a:ln cap="flat" cmpd="sng" w="9525">
              <a:solidFill>
                <a:srgbClr val="595959"/>
              </a:solidFill>
              <a:prstDash val="solid"/>
              <a:round/>
              <a:headEnd len="sm" w="sm" type="none"/>
              <a:tailEnd len="med" w="med" type="triangle"/>
            </a:ln>
          </p:spPr>
        </p:cxnSp>
        <p:cxnSp>
          <p:nvCxnSpPr>
            <p:cNvPr id="1095" name="Google Shape;1095;p130"/>
            <p:cNvCxnSpPr>
              <a:stCxn id="1090" idx="6"/>
              <a:endCxn id="1087" idx="2"/>
            </p:cNvCxnSpPr>
            <p:nvPr/>
          </p:nvCxnSpPr>
          <p:spPr>
            <a:xfrm flipH="1" rot="10800000">
              <a:off x="1908275" y="2022900"/>
              <a:ext cx="1973400" cy="843600"/>
            </a:xfrm>
            <a:prstGeom prst="straightConnector1">
              <a:avLst/>
            </a:prstGeom>
            <a:noFill/>
            <a:ln cap="flat" cmpd="sng" w="9525">
              <a:solidFill>
                <a:srgbClr val="595959"/>
              </a:solidFill>
              <a:prstDash val="solid"/>
              <a:round/>
              <a:headEnd len="sm" w="sm" type="none"/>
              <a:tailEnd len="med" w="med" type="triangle"/>
            </a:ln>
          </p:spPr>
        </p:cxnSp>
        <p:cxnSp>
          <p:nvCxnSpPr>
            <p:cNvPr id="1096" name="Google Shape;1096;p130"/>
            <p:cNvCxnSpPr>
              <a:stCxn id="1091" idx="6"/>
              <a:endCxn id="1087" idx="2"/>
            </p:cNvCxnSpPr>
            <p:nvPr/>
          </p:nvCxnSpPr>
          <p:spPr>
            <a:xfrm flipH="1" rot="10800000">
              <a:off x="1908275" y="2022650"/>
              <a:ext cx="1973400" cy="1850700"/>
            </a:xfrm>
            <a:prstGeom prst="straightConnector1">
              <a:avLst/>
            </a:prstGeom>
            <a:noFill/>
            <a:ln cap="flat" cmpd="sng" w="9525">
              <a:solidFill>
                <a:srgbClr val="595959"/>
              </a:solidFill>
              <a:prstDash val="solid"/>
              <a:round/>
              <a:headEnd len="sm" w="sm" type="none"/>
              <a:tailEnd len="med" w="med" type="triangle"/>
            </a:ln>
          </p:spPr>
        </p:cxnSp>
        <p:cxnSp>
          <p:nvCxnSpPr>
            <p:cNvPr id="1097" name="Google Shape;1097;p130"/>
            <p:cNvCxnSpPr>
              <a:stCxn id="1089" idx="6"/>
              <a:endCxn id="1088" idx="2"/>
            </p:cNvCxnSpPr>
            <p:nvPr/>
          </p:nvCxnSpPr>
          <p:spPr>
            <a:xfrm>
              <a:off x="1908275" y="1859650"/>
              <a:ext cx="1973400" cy="1006800"/>
            </a:xfrm>
            <a:prstGeom prst="straightConnector1">
              <a:avLst/>
            </a:prstGeom>
            <a:noFill/>
            <a:ln cap="flat" cmpd="sng" w="9525">
              <a:solidFill>
                <a:srgbClr val="595959"/>
              </a:solidFill>
              <a:prstDash val="solid"/>
              <a:round/>
              <a:headEnd len="sm" w="sm" type="none"/>
              <a:tailEnd len="med" w="med" type="triangle"/>
            </a:ln>
          </p:spPr>
        </p:cxnSp>
        <p:cxnSp>
          <p:nvCxnSpPr>
            <p:cNvPr id="1098" name="Google Shape;1098;p130"/>
            <p:cNvCxnSpPr>
              <a:stCxn id="1089" idx="6"/>
              <a:endCxn id="1093" idx="2"/>
            </p:cNvCxnSpPr>
            <p:nvPr/>
          </p:nvCxnSpPr>
          <p:spPr>
            <a:xfrm>
              <a:off x="1908275" y="1859650"/>
              <a:ext cx="1973400" cy="1850700"/>
            </a:xfrm>
            <a:prstGeom prst="straightConnector1">
              <a:avLst/>
            </a:prstGeom>
            <a:noFill/>
            <a:ln cap="flat" cmpd="sng" w="9525">
              <a:solidFill>
                <a:srgbClr val="595959"/>
              </a:solidFill>
              <a:prstDash val="solid"/>
              <a:round/>
              <a:headEnd len="sm" w="sm" type="none"/>
              <a:tailEnd len="med" w="med" type="triangle"/>
            </a:ln>
          </p:spPr>
        </p:cxnSp>
        <p:cxnSp>
          <p:nvCxnSpPr>
            <p:cNvPr id="1099" name="Google Shape;1099;p130"/>
            <p:cNvCxnSpPr>
              <a:stCxn id="1090" idx="6"/>
              <a:endCxn id="1088" idx="2"/>
            </p:cNvCxnSpPr>
            <p:nvPr/>
          </p:nvCxnSpPr>
          <p:spPr>
            <a:xfrm>
              <a:off x="1908275" y="2866500"/>
              <a:ext cx="1973400" cy="0"/>
            </a:xfrm>
            <a:prstGeom prst="straightConnector1">
              <a:avLst/>
            </a:prstGeom>
            <a:noFill/>
            <a:ln cap="flat" cmpd="sng" w="9525">
              <a:solidFill>
                <a:srgbClr val="595959"/>
              </a:solidFill>
              <a:prstDash val="solid"/>
              <a:round/>
              <a:headEnd len="sm" w="sm" type="none"/>
              <a:tailEnd len="med" w="med" type="triangle"/>
            </a:ln>
          </p:spPr>
        </p:cxnSp>
        <p:cxnSp>
          <p:nvCxnSpPr>
            <p:cNvPr id="1100" name="Google Shape;1100;p130"/>
            <p:cNvCxnSpPr>
              <a:stCxn id="1090" idx="6"/>
              <a:endCxn id="1093" idx="2"/>
            </p:cNvCxnSpPr>
            <p:nvPr/>
          </p:nvCxnSpPr>
          <p:spPr>
            <a:xfrm>
              <a:off x="1908275" y="2866500"/>
              <a:ext cx="1973400" cy="843900"/>
            </a:xfrm>
            <a:prstGeom prst="straightConnector1">
              <a:avLst/>
            </a:prstGeom>
            <a:noFill/>
            <a:ln cap="flat" cmpd="sng" w="9525">
              <a:solidFill>
                <a:srgbClr val="595959"/>
              </a:solidFill>
              <a:prstDash val="solid"/>
              <a:round/>
              <a:headEnd len="sm" w="sm" type="none"/>
              <a:tailEnd len="med" w="med" type="triangle"/>
            </a:ln>
          </p:spPr>
        </p:cxnSp>
        <p:cxnSp>
          <p:nvCxnSpPr>
            <p:cNvPr id="1101" name="Google Shape;1101;p130"/>
            <p:cNvCxnSpPr>
              <a:stCxn id="1091" idx="6"/>
              <a:endCxn id="1088" idx="2"/>
            </p:cNvCxnSpPr>
            <p:nvPr/>
          </p:nvCxnSpPr>
          <p:spPr>
            <a:xfrm flipH="1" rot="10800000">
              <a:off x="1908275" y="2866550"/>
              <a:ext cx="1973400" cy="1006800"/>
            </a:xfrm>
            <a:prstGeom prst="straightConnector1">
              <a:avLst/>
            </a:prstGeom>
            <a:noFill/>
            <a:ln cap="flat" cmpd="sng" w="9525">
              <a:solidFill>
                <a:srgbClr val="595959"/>
              </a:solidFill>
              <a:prstDash val="solid"/>
              <a:round/>
              <a:headEnd len="sm" w="sm" type="none"/>
              <a:tailEnd len="med" w="med" type="triangle"/>
            </a:ln>
          </p:spPr>
        </p:cxnSp>
        <p:cxnSp>
          <p:nvCxnSpPr>
            <p:cNvPr id="1102" name="Google Shape;1102;p130"/>
            <p:cNvCxnSpPr>
              <a:stCxn id="1091" idx="6"/>
              <a:endCxn id="1093" idx="2"/>
            </p:cNvCxnSpPr>
            <p:nvPr/>
          </p:nvCxnSpPr>
          <p:spPr>
            <a:xfrm flipH="1" rot="10800000">
              <a:off x="1908275" y="3710150"/>
              <a:ext cx="1973400" cy="163200"/>
            </a:xfrm>
            <a:prstGeom prst="straightConnector1">
              <a:avLst/>
            </a:prstGeom>
            <a:noFill/>
            <a:ln cap="flat" cmpd="sng" w="9525">
              <a:solidFill>
                <a:srgbClr val="595959"/>
              </a:solidFill>
              <a:prstDash val="solid"/>
              <a:round/>
              <a:headEnd len="sm" w="sm" type="none"/>
              <a:tailEnd len="med" w="med" type="triangle"/>
            </a:ln>
          </p:spPr>
        </p:cxnSp>
      </p:grpSp>
      <p:sp>
        <p:nvSpPr>
          <p:cNvPr id="1103" name="Google Shape;1103;p130"/>
          <p:cNvSpPr/>
          <p:nvPr/>
        </p:nvSpPr>
        <p:spPr>
          <a:xfrm>
            <a:off x="3530964" y="1446428"/>
            <a:ext cx="408000" cy="4155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baseline="-25000" i="0" sz="1400" u="none" cap="none" strike="noStrike">
              <a:solidFill>
                <a:srgbClr val="000000"/>
              </a:solidFill>
              <a:latin typeface="Arial"/>
              <a:ea typeface="Arial"/>
              <a:cs typeface="Arial"/>
              <a:sym typeface="Arial"/>
            </a:endParaRPr>
          </a:p>
        </p:txBody>
      </p:sp>
      <p:cxnSp>
        <p:nvCxnSpPr>
          <p:cNvPr id="1104" name="Google Shape;1104;p130"/>
          <p:cNvCxnSpPr>
            <a:stCxn id="1087" idx="6"/>
            <a:endCxn id="1103" idx="2"/>
          </p:cNvCxnSpPr>
          <p:nvPr/>
        </p:nvCxnSpPr>
        <p:spPr>
          <a:xfrm>
            <a:off x="2630972" y="1059265"/>
            <a:ext cx="900000" cy="594900"/>
          </a:xfrm>
          <a:prstGeom prst="straightConnector1">
            <a:avLst/>
          </a:prstGeom>
          <a:noFill/>
          <a:ln cap="flat" cmpd="sng" w="9525">
            <a:solidFill>
              <a:schemeClr val="dk2"/>
            </a:solidFill>
            <a:prstDash val="solid"/>
            <a:round/>
            <a:headEnd len="sm" w="sm" type="none"/>
            <a:tailEnd len="med" w="med" type="triangle"/>
          </a:ln>
        </p:spPr>
      </p:cxnSp>
      <p:cxnSp>
        <p:nvCxnSpPr>
          <p:cNvPr id="1105" name="Google Shape;1105;p130"/>
          <p:cNvCxnSpPr>
            <a:stCxn id="1088" idx="6"/>
            <a:endCxn id="1103" idx="2"/>
          </p:cNvCxnSpPr>
          <p:nvPr/>
        </p:nvCxnSpPr>
        <p:spPr>
          <a:xfrm>
            <a:off x="2630972" y="1654193"/>
            <a:ext cx="900000" cy="0"/>
          </a:xfrm>
          <a:prstGeom prst="straightConnector1">
            <a:avLst/>
          </a:prstGeom>
          <a:noFill/>
          <a:ln cap="flat" cmpd="sng" w="9525">
            <a:solidFill>
              <a:schemeClr val="dk2"/>
            </a:solidFill>
            <a:prstDash val="solid"/>
            <a:round/>
            <a:headEnd len="sm" w="sm" type="none"/>
            <a:tailEnd len="med" w="med" type="triangle"/>
          </a:ln>
        </p:spPr>
      </p:cxnSp>
      <p:cxnSp>
        <p:nvCxnSpPr>
          <p:cNvPr id="1106" name="Google Shape;1106;p130"/>
          <p:cNvCxnSpPr>
            <a:stCxn id="1093" idx="6"/>
            <a:endCxn id="1103" idx="2"/>
          </p:cNvCxnSpPr>
          <p:nvPr/>
        </p:nvCxnSpPr>
        <p:spPr>
          <a:xfrm flipH="1" rot="10800000">
            <a:off x="2630972" y="1654221"/>
            <a:ext cx="900000" cy="594900"/>
          </a:xfrm>
          <a:prstGeom prst="straightConnector1">
            <a:avLst/>
          </a:prstGeom>
          <a:noFill/>
          <a:ln cap="flat" cmpd="sng" w="9525">
            <a:solidFill>
              <a:schemeClr val="dk2"/>
            </a:solidFill>
            <a:prstDash val="solid"/>
            <a:round/>
            <a:headEnd len="sm" w="sm" type="none"/>
            <a:tailEnd len="med" w="med" type="triangle"/>
          </a:ln>
        </p:spPr>
      </p:cxnSp>
      <p:pic>
        <p:nvPicPr>
          <p:cNvPr id="1107" name="Google Shape;1107;p130"/>
          <p:cNvPicPr preferRelativeResize="0"/>
          <p:nvPr/>
        </p:nvPicPr>
        <p:blipFill rotWithShape="1">
          <a:blip r:embed="rId3">
            <a:alphaModFix/>
          </a:blip>
          <a:srcRect b="0" l="0" r="0" t="0"/>
          <a:stretch/>
        </p:blipFill>
        <p:spPr>
          <a:xfrm>
            <a:off x="1672586" y="2767400"/>
            <a:ext cx="5798833" cy="537050"/>
          </a:xfrm>
          <a:prstGeom prst="rect">
            <a:avLst/>
          </a:prstGeom>
          <a:noFill/>
          <a:ln>
            <a:noFill/>
          </a:ln>
        </p:spPr>
      </p:pic>
      <p:pic>
        <p:nvPicPr>
          <p:cNvPr id="1108" name="Google Shape;1108;p130"/>
          <p:cNvPicPr preferRelativeResize="0"/>
          <p:nvPr/>
        </p:nvPicPr>
        <p:blipFill rotWithShape="1">
          <a:blip r:embed="rId4">
            <a:alphaModFix/>
          </a:blip>
          <a:srcRect b="0" l="0" r="0" t="0"/>
          <a:stretch/>
        </p:blipFill>
        <p:spPr>
          <a:xfrm>
            <a:off x="1672586" y="3350980"/>
            <a:ext cx="5798833" cy="537050"/>
          </a:xfrm>
          <a:prstGeom prst="rect">
            <a:avLst/>
          </a:prstGeom>
          <a:noFill/>
          <a:ln>
            <a:noFill/>
          </a:ln>
        </p:spPr>
      </p:pic>
      <p:pic>
        <p:nvPicPr>
          <p:cNvPr id="1109" name="Google Shape;1109;p130"/>
          <p:cNvPicPr preferRelativeResize="0"/>
          <p:nvPr/>
        </p:nvPicPr>
        <p:blipFill rotWithShape="1">
          <a:blip r:embed="rId5">
            <a:alphaModFix/>
          </a:blip>
          <a:srcRect b="0" l="0" r="0" t="0"/>
          <a:stretch/>
        </p:blipFill>
        <p:spPr>
          <a:xfrm>
            <a:off x="1672586" y="3888030"/>
            <a:ext cx="5798833" cy="537050"/>
          </a:xfrm>
          <a:prstGeom prst="rect">
            <a:avLst/>
          </a:prstGeom>
          <a:noFill/>
          <a:ln>
            <a:noFill/>
          </a:ln>
        </p:spPr>
      </p:pic>
      <p:pic>
        <p:nvPicPr>
          <p:cNvPr id="1110" name="Google Shape;1110;p130"/>
          <p:cNvPicPr preferRelativeResize="0"/>
          <p:nvPr/>
        </p:nvPicPr>
        <p:blipFill rotWithShape="1">
          <a:blip r:embed="rId6">
            <a:alphaModFix/>
          </a:blip>
          <a:srcRect b="0" l="0" r="0" t="0"/>
          <a:stretch/>
        </p:blipFill>
        <p:spPr>
          <a:xfrm>
            <a:off x="704962" y="4425081"/>
            <a:ext cx="7734077" cy="537044"/>
          </a:xfrm>
          <a:prstGeom prst="rect">
            <a:avLst/>
          </a:prstGeom>
          <a:noFill/>
          <a:ln>
            <a:noFill/>
          </a:ln>
        </p:spPr>
      </p:pic>
      <p:pic>
        <p:nvPicPr>
          <p:cNvPr id="1111" name="Google Shape;1111;p130"/>
          <p:cNvPicPr preferRelativeResize="0"/>
          <p:nvPr/>
        </p:nvPicPr>
        <p:blipFill rotWithShape="1">
          <a:blip r:embed="rId7">
            <a:alphaModFix/>
          </a:blip>
          <a:srcRect b="0" l="0" r="0" t="0"/>
          <a:stretch/>
        </p:blipFill>
        <p:spPr>
          <a:xfrm>
            <a:off x="4874435" y="736420"/>
            <a:ext cx="4147289" cy="415500"/>
          </a:xfrm>
          <a:prstGeom prst="rect">
            <a:avLst/>
          </a:prstGeom>
          <a:noFill/>
          <a:ln>
            <a:noFill/>
          </a:ln>
        </p:spPr>
      </p:pic>
      <p:pic>
        <p:nvPicPr>
          <p:cNvPr id="1112" name="Google Shape;1112;p130"/>
          <p:cNvPicPr preferRelativeResize="0"/>
          <p:nvPr/>
        </p:nvPicPr>
        <p:blipFill rotWithShape="1">
          <a:blip r:embed="rId8">
            <a:alphaModFix/>
          </a:blip>
          <a:srcRect b="33834" l="0" r="52485" t="0"/>
          <a:stretch/>
        </p:blipFill>
        <p:spPr>
          <a:xfrm>
            <a:off x="4719375" y="1356750"/>
            <a:ext cx="4020152" cy="393600"/>
          </a:xfrm>
          <a:prstGeom prst="rect">
            <a:avLst/>
          </a:prstGeom>
          <a:noFill/>
          <a:ln>
            <a:noFill/>
          </a:ln>
        </p:spPr>
      </p:pic>
      <p:pic>
        <p:nvPicPr>
          <p:cNvPr id="1113" name="Google Shape;1113;p130"/>
          <p:cNvPicPr preferRelativeResize="0"/>
          <p:nvPr/>
        </p:nvPicPr>
        <p:blipFill rotWithShape="1">
          <a:blip r:embed="rId8">
            <a:alphaModFix/>
          </a:blip>
          <a:srcRect b="0" l="59001" r="0" t="0"/>
          <a:stretch/>
        </p:blipFill>
        <p:spPr>
          <a:xfrm>
            <a:off x="5675525" y="1843350"/>
            <a:ext cx="3468477" cy="5949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3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Section 2: Machine Learning</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1119" name="Google Shape;1119;p131"/>
          <p:cNvSpPr/>
          <p:nvPr/>
        </p:nvSpPr>
        <p:spPr>
          <a:xfrm>
            <a:off x="125" y="518950"/>
            <a:ext cx="9144000" cy="4624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131"/>
          <p:cNvSpPr txBox="1"/>
          <p:nvPr>
            <p:ph idx="1" type="body"/>
          </p:nvPr>
        </p:nvSpPr>
        <p:spPr>
          <a:xfrm>
            <a:off x="1328525" y="1370050"/>
            <a:ext cx="6071700" cy="2553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Linear algebra</a:t>
            </a:r>
            <a:br>
              <a:rPr lang="en"/>
            </a:br>
            <a:endParaRPr/>
          </a:p>
          <a:p>
            <a:pPr indent="-342900" lvl="0" marL="457200" rtl="0" algn="l">
              <a:lnSpc>
                <a:spcPct val="115000"/>
              </a:lnSpc>
              <a:spcBef>
                <a:spcPts val="0"/>
              </a:spcBef>
              <a:spcAft>
                <a:spcPts val="0"/>
              </a:spcAft>
              <a:buSzPts val="1800"/>
              <a:buChar char="●"/>
            </a:pPr>
            <a:r>
              <a:rPr lang="en"/>
              <a:t>Gradients and the chain rule</a:t>
            </a:r>
            <a:br>
              <a:rPr lang="en"/>
            </a:br>
            <a:endParaRPr/>
          </a:p>
          <a:p>
            <a:pPr indent="-342900" lvl="0" marL="457200" rtl="0" algn="l">
              <a:lnSpc>
                <a:spcPct val="115000"/>
              </a:lnSpc>
              <a:spcBef>
                <a:spcPts val="0"/>
              </a:spcBef>
              <a:spcAft>
                <a:spcPts val="0"/>
              </a:spcAft>
              <a:buSzPts val="1800"/>
              <a:buChar char="●"/>
            </a:pPr>
            <a:r>
              <a:rPr lang="en"/>
              <a:t>How ML toolboxes work</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3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Review and Expected Knowledge</a:t>
            </a:r>
            <a:endParaRPr/>
          </a:p>
        </p:txBody>
      </p:sp>
      <p:sp>
        <p:nvSpPr>
          <p:cNvPr id="1126" name="Google Shape;1126;p132"/>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Concepts reviewed here</a:t>
            </a:r>
            <a:endParaRPr b="1"/>
          </a:p>
          <a:p>
            <a:pPr indent="-342900" lvl="0" marL="457200" rtl="0" algn="l">
              <a:lnSpc>
                <a:spcPct val="115000"/>
              </a:lnSpc>
              <a:spcBef>
                <a:spcPts val="0"/>
              </a:spcBef>
              <a:spcAft>
                <a:spcPts val="0"/>
              </a:spcAft>
              <a:buSzPts val="1800"/>
              <a:buChar char="●"/>
            </a:pPr>
            <a:r>
              <a:rPr lang="en"/>
              <a:t>Basic linear algebra</a:t>
            </a:r>
            <a:endParaRPr/>
          </a:p>
          <a:p>
            <a:pPr indent="-342900" lvl="0" marL="457200" rtl="0" algn="l">
              <a:lnSpc>
                <a:spcPct val="115000"/>
              </a:lnSpc>
              <a:spcBef>
                <a:spcPts val="0"/>
              </a:spcBef>
              <a:spcAft>
                <a:spcPts val="0"/>
              </a:spcAft>
              <a:buSzPts val="1800"/>
              <a:buChar char="●"/>
            </a:pPr>
            <a:r>
              <a:rPr lang="en"/>
              <a:t>Basic multivariate calculus</a:t>
            </a:r>
            <a:endParaRPr/>
          </a:p>
          <a:p>
            <a:pPr indent="-342900" lvl="0" marL="457200" rtl="0" algn="l">
              <a:lnSpc>
                <a:spcPct val="115000"/>
              </a:lnSpc>
              <a:spcBef>
                <a:spcPts val="0"/>
              </a:spcBef>
              <a:spcAft>
                <a:spcPts val="0"/>
              </a:spcAft>
              <a:buSzPts val="1800"/>
              <a:buChar char="●"/>
            </a:pPr>
            <a:r>
              <a:rPr lang="en"/>
              <a:t>Principles of neural networks and deep learning</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Additional reading</a:t>
            </a:r>
            <a:endParaRPr/>
          </a:p>
          <a:p>
            <a:pPr indent="-342900" lvl="0" marL="457200" rtl="0" algn="l">
              <a:lnSpc>
                <a:spcPct val="115000"/>
              </a:lnSpc>
              <a:spcBef>
                <a:spcPts val="0"/>
              </a:spcBef>
              <a:spcAft>
                <a:spcPts val="0"/>
              </a:spcAft>
              <a:buSzPts val="1800"/>
              <a:buChar char="●"/>
            </a:pPr>
            <a:r>
              <a:rPr lang="en"/>
              <a:t>Linear Algebra: </a:t>
            </a:r>
            <a:r>
              <a:rPr lang="en" u="sng">
                <a:solidFill>
                  <a:schemeClr val="accent5"/>
                </a:solidFill>
                <a:hlinkClick r:id="rId3">
                  <a:extLst>
                    <a:ext uri="{A12FA001-AC4F-418D-AE19-62706E023703}">
                      <ahyp:hlinkClr val="tx"/>
                    </a:ext>
                  </a:extLst>
                </a:hlinkClick>
              </a:rPr>
              <a:t>https://cs229.stanford.edu/section/cs229-linalg.pdf</a:t>
            </a:r>
            <a:r>
              <a:rPr lang="en"/>
              <a:t> </a:t>
            </a:r>
            <a:endParaRPr/>
          </a:p>
          <a:p>
            <a:pPr indent="-342900" lvl="0" marL="457200" rtl="0" algn="l">
              <a:lnSpc>
                <a:spcPct val="115000"/>
              </a:lnSpc>
              <a:spcBef>
                <a:spcPts val="0"/>
              </a:spcBef>
              <a:spcAft>
                <a:spcPts val="0"/>
              </a:spcAft>
              <a:buSzPts val="1800"/>
              <a:buChar char="●"/>
            </a:pPr>
            <a:r>
              <a:rPr lang="en"/>
              <a:t>Matrix Calculus for DNNs: </a:t>
            </a:r>
            <a:r>
              <a:rPr lang="en" u="sng">
                <a:solidFill>
                  <a:schemeClr val="hlink"/>
                </a:solidFill>
                <a:hlinkClick r:id="rId4"/>
              </a:rPr>
              <a:t>https://arxiv.org/pdf/1802.01528</a:t>
            </a:r>
            <a:r>
              <a:rPr lang="en"/>
              <a:t>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3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Convention and Notation</a:t>
            </a:r>
            <a:endParaRPr/>
          </a:p>
        </p:txBody>
      </p:sp>
      <p:sp>
        <p:nvSpPr>
          <p:cNvPr id="1132" name="Google Shape;1132;p133"/>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i="1" lang="en"/>
              <a:t>A</a:t>
            </a:r>
            <a:r>
              <a:rPr lang="en"/>
              <a:t> - Matrices are capital script</a:t>
            </a:r>
            <a:endParaRPr/>
          </a:p>
          <a:p>
            <a:pPr indent="-342900" lvl="0" marL="457200" rtl="0" algn="l">
              <a:lnSpc>
                <a:spcPct val="115000"/>
              </a:lnSpc>
              <a:spcBef>
                <a:spcPts val="0"/>
              </a:spcBef>
              <a:spcAft>
                <a:spcPts val="0"/>
              </a:spcAft>
              <a:buSzPts val="1800"/>
              <a:buChar char="●"/>
            </a:pPr>
            <a:r>
              <a:rPr b="1" lang="en"/>
              <a:t>v</a:t>
            </a:r>
            <a:r>
              <a:rPr lang="en"/>
              <a:t> - vectors are lowercase bold</a:t>
            </a:r>
            <a:endParaRPr/>
          </a:p>
          <a:p>
            <a:pPr indent="-342900" lvl="0" marL="457200" rtl="0" algn="l">
              <a:lnSpc>
                <a:spcPct val="115000"/>
              </a:lnSpc>
              <a:spcBef>
                <a:spcPts val="0"/>
              </a:spcBef>
              <a:spcAft>
                <a:spcPts val="0"/>
              </a:spcAft>
              <a:buSzPts val="1800"/>
              <a:buChar char="●"/>
            </a:pPr>
            <a:r>
              <a:rPr i="1" lang="en"/>
              <a:t>a</a:t>
            </a:r>
            <a:r>
              <a:rPr lang="en"/>
              <a:t> - scalars are italicized </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Subscripts denote dimensions of the vector</a:t>
            </a:r>
            <a:endParaRPr/>
          </a:p>
          <a:p>
            <a:pPr indent="-342900" lvl="0" marL="457200" rtl="0" algn="l">
              <a:lnSpc>
                <a:spcPct val="115000"/>
              </a:lnSpc>
              <a:spcBef>
                <a:spcPts val="0"/>
              </a:spcBef>
              <a:spcAft>
                <a:spcPts val="0"/>
              </a:spcAft>
              <a:buSzPts val="1800"/>
              <a:buChar char="●"/>
            </a:pPr>
            <a:r>
              <a:rPr lang="en"/>
              <a:t>Superscript with parentheticals are sample number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13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Basic Notation</a:t>
            </a:r>
            <a:endParaRPr/>
          </a:p>
        </p:txBody>
      </p:sp>
      <p:pic>
        <p:nvPicPr>
          <p:cNvPr id="1138" name="Google Shape;1138;p134"/>
          <p:cNvPicPr preferRelativeResize="0"/>
          <p:nvPr/>
        </p:nvPicPr>
        <p:blipFill rotWithShape="1">
          <a:blip r:embed="rId3">
            <a:alphaModFix/>
          </a:blip>
          <a:srcRect b="0" l="0" r="0" t="0"/>
          <a:stretch/>
        </p:blipFill>
        <p:spPr>
          <a:xfrm>
            <a:off x="2462925" y="766425"/>
            <a:ext cx="4218175" cy="1053300"/>
          </a:xfrm>
          <a:prstGeom prst="rect">
            <a:avLst/>
          </a:prstGeom>
          <a:noFill/>
          <a:ln>
            <a:noFill/>
          </a:ln>
        </p:spPr>
      </p:pic>
      <p:pic>
        <p:nvPicPr>
          <p:cNvPr id="1139" name="Google Shape;1139;p134"/>
          <p:cNvPicPr preferRelativeResize="0"/>
          <p:nvPr/>
        </p:nvPicPr>
        <p:blipFill rotWithShape="1">
          <a:blip r:embed="rId4">
            <a:alphaModFix/>
          </a:blip>
          <a:srcRect b="0" l="0" r="0" t="0"/>
          <a:stretch/>
        </p:blipFill>
        <p:spPr>
          <a:xfrm>
            <a:off x="3336475" y="2267137"/>
            <a:ext cx="2656214" cy="609223"/>
          </a:xfrm>
          <a:prstGeom prst="rect">
            <a:avLst/>
          </a:prstGeom>
          <a:noFill/>
          <a:ln>
            <a:noFill/>
          </a:ln>
        </p:spPr>
      </p:pic>
      <p:pic>
        <p:nvPicPr>
          <p:cNvPr id="1140" name="Google Shape;1140;p134"/>
          <p:cNvPicPr preferRelativeResize="0"/>
          <p:nvPr/>
        </p:nvPicPr>
        <p:blipFill rotWithShape="1">
          <a:blip r:embed="rId5">
            <a:alphaModFix/>
          </a:blip>
          <a:srcRect b="0" l="0" r="0" t="0"/>
          <a:stretch/>
        </p:blipFill>
        <p:spPr>
          <a:xfrm>
            <a:off x="1377150" y="3550681"/>
            <a:ext cx="3009900" cy="1185863"/>
          </a:xfrm>
          <a:prstGeom prst="rect">
            <a:avLst/>
          </a:prstGeom>
          <a:noFill/>
          <a:ln>
            <a:noFill/>
          </a:ln>
        </p:spPr>
      </p:pic>
      <p:pic>
        <p:nvPicPr>
          <p:cNvPr id="1141" name="Google Shape;1141;p134"/>
          <p:cNvPicPr preferRelativeResize="0"/>
          <p:nvPr/>
        </p:nvPicPr>
        <p:blipFill rotWithShape="1">
          <a:blip r:embed="rId6">
            <a:alphaModFix/>
          </a:blip>
          <a:srcRect b="0" l="0" r="0" t="0"/>
          <a:stretch/>
        </p:blipFill>
        <p:spPr>
          <a:xfrm>
            <a:off x="5224793" y="3616963"/>
            <a:ext cx="2110807" cy="10533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3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Vectors</a:t>
            </a:r>
            <a:endParaRPr/>
          </a:p>
        </p:txBody>
      </p:sp>
      <p:sp>
        <p:nvSpPr>
          <p:cNvPr id="1147" name="Google Shape;1147;p135"/>
          <p:cNvSpPr txBox="1"/>
          <p:nvPr>
            <p:ph idx="1" type="body"/>
          </p:nvPr>
        </p:nvSpPr>
        <p:spPr>
          <a:xfrm>
            <a:off x="311700" y="736350"/>
            <a:ext cx="8520600" cy="4155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Traditionally written as vertical vectors, where vectors are bolded script </a:t>
            </a:r>
            <a:br>
              <a:rPr lang="en"/>
            </a:br>
            <a:br>
              <a:rPr lang="en"/>
            </a:br>
            <a:br>
              <a:rPr lang="en"/>
            </a:br>
            <a:br>
              <a:rPr lang="en"/>
            </a:br>
            <a:br>
              <a:rPr lang="en"/>
            </a:br>
            <a:br>
              <a:rPr lang="en"/>
            </a:br>
            <a:br>
              <a:rPr lang="en"/>
            </a:br>
            <a:br>
              <a:rPr lang="en"/>
            </a:br>
            <a:br>
              <a:rPr lang="en"/>
            </a:br>
            <a:br>
              <a:rPr lang="en"/>
            </a:br>
            <a:endParaRPr/>
          </a:p>
          <a:p>
            <a:pPr indent="-342900" lvl="0" marL="457200" rtl="0" algn="l">
              <a:lnSpc>
                <a:spcPct val="115000"/>
              </a:lnSpc>
              <a:spcBef>
                <a:spcPts val="0"/>
              </a:spcBef>
              <a:spcAft>
                <a:spcPts val="0"/>
              </a:spcAft>
              <a:buSzPts val="1800"/>
              <a:buChar char="●"/>
            </a:pPr>
            <a:r>
              <a:rPr lang="en"/>
              <a:t>Scalars are written as italicized unbolded script, where subscript is a dimension of the bolded vector.</a:t>
            </a:r>
            <a:endParaRPr/>
          </a:p>
        </p:txBody>
      </p:sp>
      <p:pic>
        <p:nvPicPr>
          <p:cNvPr id="1148" name="Google Shape;1148;p135"/>
          <p:cNvPicPr preferRelativeResize="0"/>
          <p:nvPr/>
        </p:nvPicPr>
        <p:blipFill rotWithShape="1">
          <a:blip r:embed="rId3">
            <a:alphaModFix/>
          </a:blip>
          <a:srcRect b="0" l="0" r="0" t="0"/>
          <a:stretch/>
        </p:blipFill>
        <p:spPr>
          <a:xfrm>
            <a:off x="3572243" y="1462400"/>
            <a:ext cx="1999500" cy="22187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13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Basic Notation</a:t>
            </a:r>
            <a:endParaRPr/>
          </a:p>
        </p:txBody>
      </p:sp>
      <p:pic>
        <p:nvPicPr>
          <p:cNvPr id="1154" name="Google Shape;1154;p136"/>
          <p:cNvPicPr preferRelativeResize="0"/>
          <p:nvPr/>
        </p:nvPicPr>
        <p:blipFill rotWithShape="1">
          <a:blip r:embed="rId3">
            <a:alphaModFix/>
          </a:blip>
          <a:srcRect b="0" l="0" r="0" t="0"/>
          <a:stretch/>
        </p:blipFill>
        <p:spPr>
          <a:xfrm>
            <a:off x="1260313" y="545997"/>
            <a:ext cx="6623379" cy="2844326"/>
          </a:xfrm>
          <a:prstGeom prst="rect">
            <a:avLst/>
          </a:prstGeom>
          <a:noFill/>
          <a:ln>
            <a:noFill/>
          </a:ln>
        </p:spPr>
      </p:pic>
      <p:pic>
        <p:nvPicPr>
          <p:cNvPr id="1155" name="Google Shape;1155;p136"/>
          <p:cNvPicPr preferRelativeResize="0"/>
          <p:nvPr/>
        </p:nvPicPr>
        <p:blipFill rotWithShape="1">
          <a:blip r:embed="rId4">
            <a:alphaModFix/>
          </a:blip>
          <a:srcRect b="0" l="0" r="0" t="0"/>
          <a:stretch/>
        </p:blipFill>
        <p:spPr>
          <a:xfrm>
            <a:off x="2366975" y="3738673"/>
            <a:ext cx="4410075" cy="8572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3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Basic Notation</a:t>
            </a:r>
            <a:endParaRPr/>
          </a:p>
          <a:p>
            <a:pPr indent="0" lvl="0" marL="0" rtl="0" algn="l">
              <a:lnSpc>
                <a:spcPct val="100000"/>
              </a:lnSpc>
              <a:spcBef>
                <a:spcPts val="0"/>
              </a:spcBef>
              <a:spcAft>
                <a:spcPts val="0"/>
              </a:spcAft>
              <a:buSzPct val="111110"/>
              <a:buNone/>
            </a:pPr>
            <a:r>
              <a:t/>
            </a:r>
            <a:endParaRPr/>
          </a:p>
        </p:txBody>
      </p:sp>
      <p:sp>
        <p:nvSpPr>
          <p:cNvPr id="1161" name="Google Shape;1161;p137"/>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Transpose is the superscript T</a:t>
            </a:r>
            <a:endParaRPr/>
          </a:p>
        </p:txBody>
      </p:sp>
      <p:pic>
        <p:nvPicPr>
          <p:cNvPr id="1162" name="Google Shape;1162;p137"/>
          <p:cNvPicPr preferRelativeResize="0"/>
          <p:nvPr/>
        </p:nvPicPr>
        <p:blipFill rotWithShape="1">
          <a:blip r:embed="rId3">
            <a:alphaModFix/>
          </a:blip>
          <a:srcRect b="0" l="0" r="0" t="0"/>
          <a:stretch/>
        </p:blipFill>
        <p:spPr>
          <a:xfrm>
            <a:off x="1577250" y="1431736"/>
            <a:ext cx="6428752" cy="24417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13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Basic Notation</a:t>
            </a:r>
            <a:endParaRPr/>
          </a:p>
        </p:txBody>
      </p:sp>
      <p:pic>
        <p:nvPicPr>
          <p:cNvPr id="1168" name="Google Shape;1168;p138"/>
          <p:cNvPicPr preferRelativeResize="0"/>
          <p:nvPr/>
        </p:nvPicPr>
        <p:blipFill rotWithShape="1">
          <a:blip r:embed="rId3">
            <a:alphaModFix/>
          </a:blip>
          <a:srcRect b="0" l="0" r="0" t="0"/>
          <a:stretch/>
        </p:blipFill>
        <p:spPr>
          <a:xfrm>
            <a:off x="152400" y="622197"/>
            <a:ext cx="8839204" cy="1894732"/>
          </a:xfrm>
          <a:prstGeom prst="rect">
            <a:avLst/>
          </a:prstGeom>
          <a:noFill/>
          <a:ln>
            <a:noFill/>
          </a:ln>
        </p:spPr>
      </p:pic>
      <p:pic>
        <p:nvPicPr>
          <p:cNvPr id="1169" name="Google Shape;1169;p138"/>
          <p:cNvPicPr preferRelativeResize="0"/>
          <p:nvPr/>
        </p:nvPicPr>
        <p:blipFill rotWithShape="1">
          <a:blip r:embed="rId4">
            <a:alphaModFix/>
          </a:blip>
          <a:srcRect b="0" l="0" r="0" t="0"/>
          <a:stretch/>
        </p:blipFill>
        <p:spPr>
          <a:xfrm>
            <a:off x="2066925" y="3348154"/>
            <a:ext cx="5010150" cy="10191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13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Products</a:t>
            </a:r>
            <a:endParaRPr/>
          </a:p>
          <a:p>
            <a:pPr indent="0" lvl="0" marL="0" rtl="0" algn="l">
              <a:lnSpc>
                <a:spcPct val="100000"/>
              </a:lnSpc>
              <a:spcBef>
                <a:spcPts val="0"/>
              </a:spcBef>
              <a:spcAft>
                <a:spcPts val="0"/>
              </a:spcAft>
              <a:buSzPct val="111110"/>
              <a:buNone/>
            </a:pPr>
            <a:r>
              <a:t/>
            </a:r>
            <a:endParaRPr/>
          </a:p>
        </p:txBody>
      </p:sp>
      <p:sp>
        <p:nvSpPr>
          <p:cNvPr id="1175" name="Google Shape;1175;p139"/>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Vector - Vector Product</a:t>
            </a:r>
            <a:endParaRPr/>
          </a:p>
        </p:txBody>
      </p:sp>
      <p:pic>
        <p:nvPicPr>
          <p:cNvPr id="1176" name="Google Shape;1176;p139"/>
          <p:cNvPicPr preferRelativeResize="0"/>
          <p:nvPr/>
        </p:nvPicPr>
        <p:blipFill rotWithShape="1">
          <a:blip r:embed="rId3">
            <a:alphaModFix/>
          </a:blip>
          <a:srcRect b="0" l="0" r="0" t="0"/>
          <a:stretch/>
        </p:blipFill>
        <p:spPr>
          <a:xfrm>
            <a:off x="428625" y="1030274"/>
            <a:ext cx="8286751" cy="2677650"/>
          </a:xfrm>
          <a:prstGeom prst="rect">
            <a:avLst/>
          </a:prstGeom>
          <a:noFill/>
          <a:ln>
            <a:noFill/>
          </a:ln>
        </p:spPr>
      </p:pic>
      <p:pic>
        <p:nvPicPr>
          <p:cNvPr id="1177" name="Google Shape;1177;p139"/>
          <p:cNvPicPr preferRelativeResize="0"/>
          <p:nvPr/>
        </p:nvPicPr>
        <p:blipFill rotWithShape="1">
          <a:blip r:embed="rId4">
            <a:alphaModFix/>
          </a:blip>
          <a:srcRect b="0" l="0" r="0" t="0"/>
          <a:stretch/>
        </p:blipFill>
        <p:spPr>
          <a:xfrm>
            <a:off x="3464375" y="3330250"/>
            <a:ext cx="2340425" cy="16295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14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Products</a:t>
            </a:r>
            <a:endParaRPr/>
          </a:p>
        </p:txBody>
      </p:sp>
      <p:pic>
        <p:nvPicPr>
          <p:cNvPr id="1183" name="Google Shape;1183;p140"/>
          <p:cNvPicPr preferRelativeResize="0"/>
          <p:nvPr/>
        </p:nvPicPr>
        <p:blipFill rotWithShape="1">
          <a:blip r:embed="rId3">
            <a:alphaModFix/>
          </a:blip>
          <a:srcRect b="0" l="0" r="0" t="0"/>
          <a:stretch/>
        </p:blipFill>
        <p:spPr>
          <a:xfrm>
            <a:off x="2857500" y="772472"/>
            <a:ext cx="3429000" cy="1171575"/>
          </a:xfrm>
          <a:prstGeom prst="rect">
            <a:avLst/>
          </a:prstGeom>
          <a:noFill/>
          <a:ln>
            <a:noFill/>
          </a:ln>
        </p:spPr>
      </p:pic>
      <p:pic>
        <p:nvPicPr>
          <p:cNvPr id="1184" name="Google Shape;1184;p140"/>
          <p:cNvPicPr preferRelativeResize="0"/>
          <p:nvPr/>
        </p:nvPicPr>
        <p:blipFill rotWithShape="1">
          <a:blip r:embed="rId4">
            <a:alphaModFix/>
          </a:blip>
          <a:srcRect b="0" l="0" r="0" t="0"/>
          <a:stretch/>
        </p:blipFill>
        <p:spPr>
          <a:xfrm>
            <a:off x="2857500" y="2025672"/>
            <a:ext cx="3429000" cy="981075"/>
          </a:xfrm>
          <a:prstGeom prst="rect">
            <a:avLst/>
          </a:prstGeom>
          <a:noFill/>
          <a:ln>
            <a:noFill/>
          </a:ln>
        </p:spPr>
      </p:pic>
      <p:pic>
        <p:nvPicPr>
          <p:cNvPr id="1185" name="Google Shape;1185;p140"/>
          <p:cNvPicPr preferRelativeResize="0"/>
          <p:nvPr/>
        </p:nvPicPr>
        <p:blipFill rotWithShape="1">
          <a:blip r:embed="rId5">
            <a:alphaModFix/>
          </a:blip>
          <a:srcRect b="0" l="0" r="0" t="0"/>
          <a:stretch/>
        </p:blipFill>
        <p:spPr>
          <a:xfrm>
            <a:off x="2566988" y="3505947"/>
            <a:ext cx="4010025" cy="7905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14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Products</a:t>
            </a:r>
            <a:endParaRPr/>
          </a:p>
          <a:p>
            <a:pPr indent="0" lvl="0" marL="0" rtl="0" algn="l">
              <a:lnSpc>
                <a:spcPct val="100000"/>
              </a:lnSpc>
              <a:spcBef>
                <a:spcPts val="0"/>
              </a:spcBef>
              <a:spcAft>
                <a:spcPts val="0"/>
              </a:spcAft>
              <a:buSzPct val="111110"/>
              <a:buNone/>
            </a:pPr>
            <a:r>
              <a:t/>
            </a:r>
            <a:endParaRPr/>
          </a:p>
        </p:txBody>
      </p:sp>
      <p:sp>
        <p:nvSpPr>
          <p:cNvPr id="1191" name="Google Shape;1191;p141"/>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Matrix - Vector Product</a:t>
            </a:r>
            <a:endParaRPr/>
          </a:p>
        </p:txBody>
      </p:sp>
      <p:pic>
        <p:nvPicPr>
          <p:cNvPr id="1192" name="Google Shape;1192;p141"/>
          <p:cNvPicPr preferRelativeResize="0"/>
          <p:nvPr/>
        </p:nvPicPr>
        <p:blipFill rotWithShape="1">
          <a:blip r:embed="rId3">
            <a:alphaModFix/>
          </a:blip>
          <a:srcRect b="0" l="0" r="0" t="0"/>
          <a:stretch/>
        </p:blipFill>
        <p:spPr>
          <a:xfrm>
            <a:off x="2508098" y="1347800"/>
            <a:ext cx="4127823" cy="1462450"/>
          </a:xfrm>
          <a:prstGeom prst="rect">
            <a:avLst/>
          </a:prstGeom>
          <a:noFill/>
          <a:ln>
            <a:noFill/>
          </a:ln>
        </p:spPr>
      </p:pic>
      <p:pic>
        <p:nvPicPr>
          <p:cNvPr id="1193" name="Google Shape;1193;p141"/>
          <p:cNvPicPr preferRelativeResize="0"/>
          <p:nvPr/>
        </p:nvPicPr>
        <p:blipFill rotWithShape="1">
          <a:blip r:embed="rId4">
            <a:alphaModFix/>
          </a:blip>
          <a:srcRect b="0" l="0" r="0" t="0"/>
          <a:stretch/>
        </p:blipFill>
        <p:spPr>
          <a:xfrm>
            <a:off x="774200" y="3403150"/>
            <a:ext cx="4008700" cy="1338024"/>
          </a:xfrm>
          <a:prstGeom prst="rect">
            <a:avLst/>
          </a:prstGeom>
          <a:noFill/>
          <a:ln>
            <a:noFill/>
          </a:ln>
        </p:spPr>
      </p:pic>
      <p:pic>
        <p:nvPicPr>
          <p:cNvPr id="1194" name="Google Shape;1194;p141"/>
          <p:cNvPicPr preferRelativeResize="0"/>
          <p:nvPr/>
        </p:nvPicPr>
        <p:blipFill rotWithShape="1">
          <a:blip r:embed="rId5">
            <a:alphaModFix/>
          </a:blip>
          <a:srcRect b="0" l="0" r="0" t="0"/>
          <a:stretch/>
        </p:blipFill>
        <p:spPr>
          <a:xfrm>
            <a:off x="4929850" y="3577775"/>
            <a:ext cx="4218226" cy="9887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4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A Review of Linear Algebra: Products</a:t>
            </a:r>
            <a:endParaRPr/>
          </a:p>
          <a:p>
            <a:pPr indent="0" lvl="0" marL="0" rtl="0" algn="l">
              <a:lnSpc>
                <a:spcPct val="100000"/>
              </a:lnSpc>
              <a:spcBef>
                <a:spcPts val="0"/>
              </a:spcBef>
              <a:spcAft>
                <a:spcPts val="0"/>
              </a:spcAft>
              <a:buSzPct val="111110"/>
              <a:buNone/>
            </a:pPr>
            <a:r>
              <a:t/>
            </a:r>
            <a:endParaRPr/>
          </a:p>
        </p:txBody>
      </p:sp>
      <p:sp>
        <p:nvSpPr>
          <p:cNvPr id="1200" name="Google Shape;1200;p142"/>
          <p:cNvSpPr txBox="1"/>
          <p:nvPr>
            <p:ph idx="1" type="body"/>
          </p:nvPr>
        </p:nvSpPr>
        <p:spPr>
          <a:xfrm>
            <a:off x="311700" y="639525"/>
            <a:ext cx="8520600" cy="1035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Usually, you use: y = Ax. You can also take the transpose</a:t>
            </a:r>
            <a:endParaRPr/>
          </a:p>
        </p:txBody>
      </p:sp>
      <p:pic>
        <p:nvPicPr>
          <p:cNvPr id="1201" name="Google Shape;1201;p142"/>
          <p:cNvPicPr preferRelativeResize="0"/>
          <p:nvPr/>
        </p:nvPicPr>
        <p:blipFill rotWithShape="1">
          <a:blip r:embed="rId3">
            <a:alphaModFix/>
          </a:blip>
          <a:srcRect b="0" l="0" r="0" t="0"/>
          <a:stretch/>
        </p:blipFill>
        <p:spPr>
          <a:xfrm>
            <a:off x="152400" y="1401375"/>
            <a:ext cx="8839204" cy="3107533"/>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14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L</a:t>
            </a:r>
            <a:r>
              <a:rPr baseline="-25000" lang="en"/>
              <a:t>2</a:t>
            </a:r>
            <a:r>
              <a:rPr lang="en"/>
              <a:t>-Norm and Inverse</a:t>
            </a:r>
            <a:endParaRPr/>
          </a:p>
        </p:txBody>
      </p:sp>
      <p:pic>
        <p:nvPicPr>
          <p:cNvPr id="1207" name="Google Shape;1207;p143"/>
          <p:cNvPicPr preferRelativeResize="0"/>
          <p:nvPr/>
        </p:nvPicPr>
        <p:blipFill rotWithShape="1">
          <a:blip r:embed="rId3">
            <a:alphaModFix/>
          </a:blip>
          <a:srcRect b="0" l="0" r="0" t="0"/>
          <a:stretch/>
        </p:blipFill>
        <p:spPr>
          <a:xfrm>
            <a:off x="2966975" y="753324"/>
            <a:ext cx="3210076" cy="1710509"/>
          </a:xfrm>
          <a:prstGeom prst="rect">
            <a:avLst/>
          </a:prstGeom>
          <a:noFill/>
          <a:ln>
            <a:noFill/>
          </a:ln>
        </p:spPr>
      </p:pic>
      <p:pic>
        <p:nvPicPr>
          <p:cNvPr id="1208" name="Google Shape;1208;p143"/>
          <p:cNvPicPr preferRelativeResize="0"/>
          <p:nvPr/>
        </p:nvPicPr>
        <p:blipFill rotWithShape="1">
          <a:blip r:embed="rId4">
            <a:alphaModFix/>
          </a:blip>
          <a:srcRect b="0" l="0" r="0" t="0"/>
          <a:stretch/>
        </p:blipFill>
        <p:spPr>
          <a:xfrm>
            <a:off x="1849375" y="3543725"/>
            <a:ext cx="5319599" cy="6375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4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Section 2: Machine Learning</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1214" name="Google Shape;1214;p144"/>
          <p:cNvSpPr/>
          <p:nvPr/>
        </p:nvSpPr>
        <p:spPr>
          <a:xfrm>
            <a:off x="125" y="518950"/>
            <a:ext cx="9144000" cy="4624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44"/>
          <p:cNvSpPr txBox="1"/>
          <p:nvPr>
            <p:ph idx="1" type="body"/>
          </p:nvPr>
        </p:nvSpPr>
        <p:spPr>
          <a:xfrm>
            <a:off x="1328525" y="1370050"/>
            <a:ext cx="6071700" cy="2553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Linear algebra</a:t>
            </a:r>
            <a:br>
              <a:rPr lang="en"/>
            </a:br>
            <a:endParaRPr/>
          </a:p>
          <a:p>
            <a:pPr indent="-342900" lvl="0" marL="457200" rtl="0" algn="l">
              <a:lnSpc>
                <a:spcPct val="115000"/>
              </a:lnSpc>
              <a:spcBef>
                <a:spcPts val="0"/>
              </a:spcBef>
              <a:spcAft>
                <a:spcPts val="0"/>
              </a:spcAft>
              <a:buSzPts val="1800"/>
              <a:buChar char="●"/>
            </a:pPr>
            <a:r>
              <a:rPr b="1" lang="en"/>
              <a:t>Gradients and the chain rule</a:t>
            </a:r>
            <a:br>
              <a:rPr lang="en"/>
            </a:br>
            <a:endParaRPr/>
          </a:p>
          <a:p>
            <a:pPr indent="-342900" lvl="0" marL="457200" rtl="0" algn="l">
              <a:lnSpc>
                <a:spcPct val="115000"/>
              </a:lnSpc>
              <a:spcBef>
                <a:spcPts val="0"/>
              </a:spcBef>
              <a:spcAft>
                <a:spcPts val="0"/>
              </a:spcAft>
              <a:buSzPts val="1800"/>
              <a:buChar char="●"/>
            </a:pPr>
            <a:r>
              <a:rPr lang="en"/>
              <a:t>How ML toolboxes work</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45"/>
          <p:cNvSpPr txBox="1"/>
          <p:nvPr>
            <p:ph type="title"/>
          </p:nvPr>
        </p:nvSpPr>
        <p:spPr>
          <a:xfrm>
            <a:off x="228600" y="0"/>
            <a:ext cx="8667000" cy="431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2200"/>
              <a:buNone/>
            </a:pPr>
            <a:r>
              <a:rPr lang="en"/>
              <a:t>Symbols and Terminology</a:t>
            </a:r>
            <a:endParaRPr/>
          </a:p>
        </p:txBody>
      </p:sp>
      <p:pic>
        <p:nvPicPr>
          <p:cNvPr id="1221" name="Google Shape;1221;p145"/>
          <p:cNvPicPr preferRelativeResize="0"/>
          <p:nvPr/>
        </p:nvPicPr>
        <p:blipFill rotWithShape="1">
          <a:blip r:embed="rId3">
            <a:alphaModFix/>
          </a:blip>
          <a:srcRect b="0" l="0" r="0" t="0"/>
          <a:stretch/>
        </p:blipFill>
        <p:spPr>
          <a:xfrm>
            <a:off x="4170748" y="802975"/>
            <a:ext cx="3142851" cy="839500"/>
          </a:xfrm>
          <a:prstGeom prst="rect">
            <a:avLst/>
          </a:prstGeom>
          <a:noFill/>
          <a:ln>
            <a:noFill/>
          </a:ln>
        </p:spPr>
      </p:pic>
      <p:sp>
        <p:nvSpPr>
          <p:cNvPr id="1222" name="Google Shape;1222;p145"/>
          <p:cNvSpPr txBox="1"/>
          <p:nvPr/>
        </p:nvSpPr>
        <p:spPr>
          <a:xfrm>
            <a:off x="401275" y="991875"/>
            <a:ext cx="3611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Product from i=1 to N:</a:t>
            </a:r>
            <a:endParaRPr b="0" i="0" sz="1800" u="none" cap="none" strike="noStrike">
              <a:solidFill>
                <a:srgbClr val="000000"/>
              </a:solidFill>
              <a:latin typeface="Arial"/>
              <a:ea typeface="Arial"/>
              <a:cs typeface="Arial"/>
              <a:sym typeface="Arial"/>
            </a:endParaRPr>
          </a:p>
        </p:txBody>
      </p:sp>
      <p:pic>
        <p:nvPicPr>
          <p:cNvPr id="1223" name="Google Shape;1223;p145"/>
          <p:cNvPicPr preferRelativeResize="0"/>
          <p:nvPr/>
        </p:nvPicPr>
        <p:blipFill rotWithShape="1">
          <a:blip r:embed="rId4">
            <a:alphaModFix/>
          </a:blip>
          <a:srcRect b="0" l="0" r="0" t="0"/>
          <a:stretch/>
        </p:blipFill>
        <p:spPr>
          <a:xfrm>
            <a:off x="3936477" y="1831350"/>
            <a:ext cx="3611401" cy="820187"/>
          </a:xfrm>
          <a:prstGeom prst="rect">
            <a:avLst/>
          </a:prstGeom>
          <a:noFill/>
          <a:ln>
            <a:noFill/>
          </a:ln>
        </p:spPr>
      </p:pic>
      <p:sp>
        <p:nvSpPr>
          <p:cNvPr id="1224" name="Google Shape;1224;p145"/>
          <p:cNvSpPr txBox="1"/>
          <p:nvPr/>
        </p:nvSpPr>
        <p:spPr>
          <a:xfrm>
            <a:off x="401275" y="2013750"/>
            <a:ext cx="3611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Sum from i=1 to N:</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46"/>
          <p:cNvSpPr txBox="1"/>
          <p:nvPr>
            <p:ph type="title"/>
          </p:nvPr>
        </p:nvSpPr>
        <p:spPr>
          <a:xfrm>
            <a:off x="228600" y="0"/>
            <a:ext cx="8667000" cy="431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2200"/>
              <a:buNone/>
            </a:pPr>
            <a:r>
              <a:rPr lang="en"/>
              <a:t>Properties of Logs</a:t>
            </a:r>
            <a:endParaRPr/>
          </a:p>
        </p:txBody>
      </p:sp>
      <p:pic>
        <p:nvPicPr>
          <p:cNvPr id="1230" name="Google Shape;1230;p146"/>
          <p:cNvPicPr preferRelativeResize="0"/>
          <p:nvPr/>
        </p:nvPicPr>
        <p:blipFill rotWithShape="1">
          <a:blip r:embed="rId3">
            <a:alphaModFix/>
          </a:blip>
          <a:srcRect b="0" l="0" r="0" t="0"/>
          <a:stretch/>
        </p:blipFill>
        <p:spPr>
          <a:xfrm>
            <a:off x="4286675" y="681375"/>
            <a:ext cx="3789838" cy="431700"/>
          </a:xfrm>
          <a:prstGeom prst="rect">
            <a:avLst/>
          </a:prstGeom>
          <a:noFill/>
          <a:ln>
            <a:noFill/>
          </a:ln>
        </p:spPr>
      </p:pic>
      <p:pic>
        <p:nvPicPr>
          <p:cNvPr id="1231" name="Google Shape;1231;p146"/>
          <p:cNvPicPr preferRelativeResize="0"/>
          <p:nvPr/>
        </p:nvPicPr>
        <p:blipFill rotWithShape="1">
          <a:blip r:embed="rId4">
            <a:alphaModFix/>
          </a:blip>
          <a:srcRect b="0" l="0" r="0" t="0"/>
          <a:stretch/>
        </p:blipFill>
        <p:spPr>
          <a:xfrm>
            <a:off x="4286675" y="2785000"/>
            <a:ext cx="1773356" cy="431700"/>
          </a:xfrm>
          <a:prstGeom prst="rect">
            <a:avLst/>
          </a:prstGeom>
          <a:noFill/>
          <a:ln>
            <a:noFill/>
          </a:ln>
        </p:spPr>
      </p:pic>
      <p:pic>
        <p:nvPicPr>
          <p:cNvPr id="1232" name="Google Shape;1232;p146"/>
          <p:cNvPicPr preferRelativeResize="0"/>
          <p:nvPr/>
        </p:nvPicPr>
        <p:blipFill rotWithShape="1">
          <a:blip r:embed="rId5">
            <a:alphaModFix/>
          </a:blip>
          <a:srcRect b="0" l="0" r="0" t="0"/>
          <a:stretch/>
        </p:blipFill>
        <p:spPr>
          <a:xfrm>
            <a:off x="4286675" y="1362750"/>
            <a:ext cx="3479150" cy="1246725"/>
          </a:xfrm>
          <a:prstGeom prst="rect">
            <a:avLst/>
          </a:prstGeom>
          <a:noFill/>
          <a:ln>
            <a:noFill/>
          </a:ln>
        </p:spPr>
      </p:pic>
      <p:sp>
        <p:nvSpPr>
          <p:cNvPr id="1233" name="Google Shape;1233;p146"/>
          <p:cNvSpPr txBox="1"/>
          <p:nvPr/>
        </p:nvSpPr>
        <p:spPr>
          <a:xfrm>
            <a:off x="668775" y="790375"/>
            <a:ext cx="30642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Log of product = sum of logs</a:t>
            </a:r>
            <a:endParaRPr b="0" i="0" sz="1400" u="none" cap="none" strike="noStrike">
              <a:solidFill>
                <a:srgbClr val="000000"/>
              </a:solidFill>
              <a:latin typeface="Arial"/>
              <a:ea typeface="Arial"/>
              <a:cs typeface="Arial"/>
              <a:sym typeface="Arial"/>
            </a:endParaRPr>
          </a:p>
        </p:txBody>
      </p:sp>
      <p:sp>
        <p:nvSpPr>
          <p:cNvPr id="1234" name="Google Shape;1234;p146"/>
          <p:cNvSpPr txBox="1"/>
          <p:nvPr/>
        </p:nvSpPr>
        <p:spPr>
          <a:xfrm>
            <a:off x="668775" y="1879075"/>
            <a:ext cx="30642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Log of product = sum of logs</a:t>
            </a:r>
            <a:endParaRPr b="0" i="0" sz="1400" u="none" cap="none" strike="noStrike">
              <a:solidFill>
                <a:srgbClr val="000000"/>
              </a:solidFill>
              <a:latin typeface="Arial"/>
              <a:ea typeface="Arial"/>
              <a:cs typeface="Arial"/>
              <a:sym typeface="Arial"/>
            </a:endParaRPr>
          </a:p>
        </p:txBody>
      </p:sp>
      <p:sp>
        <p:nvSpPr>
          <p:cNvPr id="1235" name="Google Shape;1235;p146"/>
          <p:cNvSpPr txBox="1"/>
          <p:nvPr/>
        </p:nvSpPr>
        <p:spPr>
          <a:xfrm>
            <a:off x="668775" y="2800750"/>
            <a:ext cx="30642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Log of exponent = argument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47"/>
          <p:cNvSpPr txBox="1"/>
          <p:nvPr>
            <p:ph type="title"/>
          </p:nvPr>
        </p:nvSpPr>
        <p:spPr>
          <a:xfrm>
            <a:off x="228600" y="0"/>
            <a:ext cx="8667000" cy="4296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2200"/>
              <a:buNone/>
            </a:pPr>
            <a:r>
              <a:rPr lang="en"/>
              <a:t>Basic derivatives</a:t>
            </a:r>
            <a:endParaRPr/>
          </a:p>
        </p:txBody>
      </p:sp>
      <p:sp>
        <p:nvSpPr>
          <p:cNvPr id="1241" name="Google Shape;1241;p147"/>
          <p:cNvSpPr txBox="1"/>
          <p:nvPr>
            <p:ph idx="1" type="body"/>
          </p:nvPr>
        </p:nvSpPr>
        <p:spPr>
          <a:xfrm>
            <a:off x="228600" y="1337310"/>
            <a:ext cx="8667000" cy="32574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500"/>
              </a:spcBef>
              <a:spcAft>
                <a:spcPts val="0"/>
              </a:spcAft>
              <a:buSzPts val="2500"/>
              <a:buNone/>
            </a:pPr>
            <a:r>
              <a:rPr lang="en"/>
              <a:t>Derivative of x to the power of d:</a:t>
            </a:r>
            <a:endParaRPr/>
          </a:p>
          <a:p>
            <a:pPr indent="0" lvl="0" marL="0" rtl="0" algn="l">
              <a:lnSpc>
                <a:spcPct val="115000"/>
              </a:lnSpc>
              <a:spcBef>
                <a:spcPts val="500"/>
              </a:spcBef>
              <a:spcAft>
                <a:spcPts val="0"/>
              </a:spcAft>
              <a:buSzPts val="2500"/>
              <a:buNone/>
            </a:pPr>
            <a:r>
              <a:t/>
            </a:r>
            <a:endParaRPr/>
          </a:p>
          <a:p>
            <a:pPr indent="0" lvl="0" marL="0" rtl="0" algn="l">
              <a:lnSpc>
                <a:spcPct val="115000"/>
              </a:lnSpc>
              <a:spcBef>
                <a:spcPts val="500"/>
              </a:spcBef>
              <a:spcAft>
                <a:spcPts val="0"/>
              </a:spcAft>
              <a:buSzPts val="2500"/>
              <a:buNone/>
            </a:pPr>
            <a:r>
              <a:rPr lang="en"/>
              <a:t>Derivative of a constant  </a:t>
            </a:r>
            <a:endParaRPr/>
          </a:p>
        </p:txBody>
      </p:sp>
      <p:pic>
        <p:nvPicPr>
          <p:cNvPr descr="\frac{\partial}{\partial x} x^d = d x^{d - 1}&#10;%19b7e335-2451-44b4-a6c2-d81f7eacd519" id="1242" name="Google Shape;1242;p147"/>
          <p:cNvPicPr preferRelativeResize="0"/>
          <p:nvPr/>
        </p:nvPicPr>
        <p:blipFill rotWithShape="1">
          <a:blip r:embed="rId3">
            <a:alphaModFix/>
          </a:blip>
          <a:srcRect b="0" l="0" r="0" t="0"/>
          <a:stretch/>
        </p:blipFill>
        <p:spPr>
          <a:xfrm>
            <a:off x="5453625" y="1248475"/>
            <a:ext cx="3048000" cy="638175"/>
          </a:xfrm>
          <a:prstGeom prst="rect">
            <a:avLst/>
          </a:prstGeom>
          <a:noFill/>
          <a:ln>
            <a:noFill/>
          </a:ln>
        </p:spPr>
      </p:pic>
      <p:pic>
        <p:nvPicPr>
          <p:cNvPr descr="\frac{\partial}{\partial x} c = 0&#10;%b410cbda-efa7-4bac-bf94-974ad3ca70f8" id="1243" name="Google Shape;1243;p147"/>
          <p:cNvPicPr preferRelativeResize="0"/>
          <p:nvPr/>
        </p:nvPicPr>
        <p:blipFill rotWithShape="1">
          <a:blip r:embed="rId4">
            <a:alphaModFix/>
          </a:blip>
          <a:srcRect b="0" l="0" r="0" t="0"/>
          <a:stretch/>
        </p:blipFill>
        <p:spPr>
          <a:xfrm>
            <a:off x="6091800" y="2390775"/>
            <a:ext cx="1771650" cy="63817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48"/>
          <p:cNvSpPr txBox="1"/>
          <p:nvPr>
            <p:ph type="title"/>
          </p:nvPr>
        </p:nvSpPr>
        <p:spPr>
          <a:xfrm>
            <a:off x="228600" y="0"/>
            <a:ext cx="8667000" cy="4296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2200"/>
              <a:buNone/>
            </a:pPr>
            <a:r>
              <a:rPr lang="en"/>
              <a:t>Derivatives</a:t>
            </a:r>
            <a:endParaRPr/>
          </a:p>
        </p:txBody>
      </p:sp>
      <p:pic>
        <p:nvPicPr>
          <p:cNvPr id="1249" name="Google Shape;1249;p148"/>
          <p:cNvPicPr preferRelativeResize="0"/>
          <p:nvPr/>
        </p:nvPicPr>
        <p:blipFill rotWithShape="1">
          <a:blip r:embed="rId3">
            <a:alphaModFix/>
          </a:blip>
          <a:srcRect b="0" l="0" r="0" t="0"/>
          <a:stretch/>
        </p:blipFill>
        <p:spPr>
          <a:xfrm>
            <a:off x="3559913" y="679775"/>
            <a:ext cx="2024174" cy="749575"/>
          </a:xfrm>
          <a:prstGeom prst="rect">
            <a:avLst/>
          </a:prstGeom>
          <a:noFill/>
          <a:ln>
            <a:noFill/>
          </a:ln>
        </p:spPr>
      </p:pic>
      <p:pic>
        <p:nvPicPr>
          <p:cNvPr id="1250" name="Google Shape;1250;p148"/>
          <p:cNvPicPr preferRelativeResize="0"/>
          <p:nvPr/>
        </p:nvPicPr>
        <p:blipFill rotWithShape="1">
          <a:blip r:embed="rId4">
            <a:alphaModFix/>
          </a:blip>
          <a:srcRect b="0" l="0" r="0" t="0"/>
          <a:stretch/>
        </p:blipFill>
        <p:spPr>
          <a:xfrm>
            <a:off x="3559925" y="2068150"/>
            <a:ext cx="5319560" cy="749575"/>
          </a:xfrm>
          <a:prstGeom prst="rect">
            <a:avLst/>
          </a:prstGeom>
          <a:noFill/>
          <a:ln>
            <a:noFill/>
          </a:ln>
        </p:spPr>
      </p:pic>
      <p:sp>
        <p:nvSpPr>
          <p:cNvPr id="1251" name="Google Shape;1251;p148"/>
          <p:cNvSpPr txBox="1"/>
          <p:nvPr/>
        </p:nvSpPr>
        <p:spPr>
          <a:xfrm>
            <a:off x="495725" y="1009250"/>
            <a:ext cx="30642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Derivative of log</a:t>
            </a:r>
            <a:endParaRPr b="0" i="0" sz="1400" u="none" cap="none" strike="noStrike">
              <a:solidFill>
                <a:srgbClr val="000000"/>
              </a:solidFill>
              <a:latin typeface="Arial"/>
              <a:ea typeface="Arial"/>
              <a:cs typeface="Arial"/>
              <a:sym typeface="Arial"/>
            </a:endParaRPr>
          </a:p>
        </p:txBody>
      </p:sp>
      <p:sp>
        <p:nvSpPr>
          <p:cNvPr id="1252" name="Google Shape;1252;p148"/>
          <p:cNvSpPr txBox="1"/>
          <p:nvPr/>
        </p:nvSpPr>
        <p:spPr>
          <a:xfrm>
            <a:off x="495725" y="2097950"/>
            <a:ext cx="30642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Chain Rule</a:t>
            </a:r>
            <a:endParaRPr b="0" i="0" sz="1400" u="none" cap="none" strike="noStrike">
              <a:solidFill>
                <a:srgbClr val="000000"/>
              </a:solidFill>
              <a:latin typeface="Arial"/>
              <a:ea typeface="Arial"/>
              <a:cs typeface="Arial"/>
              <a:sym typeface="Arial"/>
            </a:endParaRPr>
          </a:p>
        </p:txBody>
      </p:sp>
      <p:sp>
        <p:nvSpPr>
          <p:cNvPr id="1253" name="Google Shape;1253;p148"/>
          <p:cNvSpPr txBox="1"/>
          <p:nvPr/>
        </p:nvSpPr>
        <p:spPr>
          <a:xfrm>
            <a:off x="3434500" y="3265200"/>
            <a:ext cx="46629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Example of Chain Rule in the next slide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49"/>
          <p:cNvSpPr txBox="1"/>
          <p:nvPr>
            <p:ph type="title"/>
          </p:nvPr>
        </p:nvSpPr>
        <p:spPr>
          <a:xfrm>
            <a:off x="228600" y="0"/>
            <a:ext cx="8667000" cy="4296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2200"/>
              <a:buNone/>
            </a:pPr>
            <a:r>
              <a:rPr lang="en"/>
              <a:t>Example of Chain Rule</a:t>
            </a:r>
            <a:endParaRPr/>
          </a:p>
        </p:txBody>
      </p:sp>
      <p:sp>
        <p:nvSpPr>
          <p:cNvPr id="1259" name="Google Shape;1259;p149"/>
          <p:cNvSpPr txBox="1"/>
          <p:nvPr/>
        </p:nvSpPr>
        <p:spPr>
          <a:xfrm>
            <a:off x="-57700" y="1788288"/>
            <a:ext cx="3064200" cy="5079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Arial"/>
              <a:buChar char="●"/>
            </a:pPr>
            <a:r>
              <a:rPr b="0" i="0" lang="en" sz="2100" u="none" cap="none" strike="noStrike">
                <a:solidFill>
                  <a:srgbClr val="000000"/>
                </a:solidFill>
                <a:latin typeface="Arial"/>
                <a:ea typeface="Arial"/>
                <a:cs typeface="Arial"/>
                <a:sym typeface="Arial"/>
              </a:rPr>
              <a:t>Let’s try to find: </a:t>
            </a:r>
            <a:endParaRPr b="0" i="0" sz="2100" u="none" cap="none" strike="noStrike">
              <a:solidFill>
                <a:srgbClr val="000000"/>
              </a:solidFill>
              <a:latin typeface="Arial"/>
              <a:ea typeface="Arial"/>
              <a:cs typeface="Arial"/>
              <a:sym typeface="Arial"/>
            </a:endParaRPr>
          </a:p>
        </p:txBody>
      </p:sp>
      <p:pic>
        <p:nvPicPr>
          <p:cNvPr id="1260" name="Google Shape;1260;p149"/>
          <p:cNvPicPr preferRelativeResize="0"/>
          <p:nvPr/>
        </p:nvPicPr>
        <p:blipFill rotWithShape="1">
          <a:blip r:embed="rId3">
            <a:alphaModFix/>
          </a:blip>
          <a:srcRect b="0" l="0" r="0" t="0"/>
          <a:stretch/>
        </p:blipFill>
        <p:spPr>
          <a:xfrm>
            <a:off x="2456900" y="1716750"/>
            <a:ext cx="1359275" cy="695675"/>
          </a:xfrm>
          <a:prstGeom prst="rect">
            <a:avLst/>
          </a:prstGeom>
          <a:noFill/>
          <a:ln>
            <a:noFill/>
          </a:ln>
        </p:spPr>
      </p:pic>
      <p:sp>
        <p:nvSpPr>
          <p:cNvPr id="1261" name="Google Shape;1261;p149"/>
          <p:cNvSpPr txBox="1"/>
          <p:nvPr/>
        </p:nvSpPr>
        <p:spPr>
          <a:xfrm>
            <a:off x="170900" y="3246688"/>
            <a:ext cx="3064200" cy="5079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Arial"/>
              <a:buChar char="●"/>
            </a:pPr>
            <a:r>
              <a:rPr b="0" i="0" lang="en" sz="2100" u="none" cap="none" strike="noStrike">
                <a:solidFill>
                  <a:srgbClr val="000000"/>
                </a:solidFill>
                <a:latin typeface="Arial"/>
                <a:ea typeface="Arial"/>
                <a:cs typeface="Arial"/>
                <a:sym typeface="Arial"/>
              </a:rPr>
              <a:t>Let</a:t>
            </a:r>
            <a:endParaRPr b="0" i="0" sz="2100" u="none" cap="none" strike="noStrike">
              <a:solidFill>
                <a:srgbClr val="000000"/>
              </a:solidFill>
              <a:latin typeface="Arial"/>
              <a:ea typeface="Arial"/>
              <a:cs typeface="Arial"/>
              <a:sym typeface="Arial"/>
            </a:endParaRPr>
          </a:p>
        </p:txBody>
      </p:sp>
      <p:pic>
        <p:nvPicPr>
          <p:cNvPr id="1262" name="Google Shape;1262;p149"/>
          <p:cNvPicPr preferRelativeResize="0"/>
          <p:nvPr/>
        </p:nvPicPr>
        <p:blipFill rotWithShape="1">
          <a:blip r:embed="rId4">
            <a:alphaModFix/>
          </a:blip>
          <a:srcRect b="0" l="0" r="0" t="0"/>
          <a:stretch/>
        </p:blipFill>
        <p:spPr>
          <a:xfrm>
            <a:off x="1601913" y="3322875"/>
            <a:ext cx="811775" cy="289925"/>
          </a:xfrm>
          <a:prstGeom prst="rect">
            <a:avLst/>
          </a:prstGeom>
          <a:noFill/>
          <a:ln>
            <a:noFill/>
          </a:ln>
        </p:spPr>
      </p:pic>
      <p:pic>
        <p:nvPicPr>
          <p:cNvPr id="1263" name="Google Shape;1263;p149"/>
          <p:cNvPicPr preferRelativeResize="0"/>
          <p:nvPr/>
        </p:nvPicPr>
        <p:blipFill rotWithShape="1">
          <a:blip r:embed="rId5">
            <a:alphaModFix/>
          </a:blip>
          <a:srcRect b="0" l="0" r="0" t="0"/>
          <a:stretch/>
        </p:blipFill>
        <p:spPr>
          <a:xfrm>
            <a:off x="5918961" y="1067138"/>
            <a:ext cx="2627800" cy="546200"/>
          </a:xfrm>
          <a:prstGeom prst="rect">
            <a:avLst/>
          </a:prstGeom>
          <a:noFill/>
          <a:ln>
            <a:noFill/>
          </a:ln>
        </p:spPr>
      </p:pic>
      <p:pic>
        <p:nvPicPr>
          <p:cNvPr id="1264" name="Google Shape;1264;p149"/>
          <p:cNvPicPr preferRelativeResize="0"/>
          <p:nvPr/>
        </p:nvPicPr>
        <p:blipFill rotWithShape="1">
          <a:blip r:embed="rId6">
            <a:alphaModFix/>
          </a:blip>
          <a:srcRect b="0" l="0" r="0" t="0"/>
          <a:stretch/>
        </p:blipFill>
        <p:spPr>
          <a:xfrm>
            <a:off x="7095174" y="1754875"/>
            <a:ext cx="913715" cy="546200"/>
          </a:xfrm>
          <a:prstGeom prst="rect">
            <a:avLst/>
          </a:prstGeom>
          <a:noFill/>
          <a:ln>
            <a:noFill/>
          </a:ln>
        </p:spPr>
      </p:pic>
      <p:pic>
        <p:nvPicPr>
          <p:cNvPr id="1265" name="Google Shape;1265;p149"/>
          <p:cNvPicPr preferRelativeResize="0"/>
          <p:nvPr/>
        </p:nvPicPr>
        <p:blipFill rotWithShape="1">
          <a:blip r:embed="rId7">
            <a:alphaModFix/>
          </a:blip>
          <a:srcRect b="0" l="0" r="0" t="0"/>
          <a:stretch/>
        </p:blipFill>
        <p:spPr>
          <a:xfrm>
            <a:off x="7076463" y="2442625"/>
            <a:ext cx="1037259" cy="554600"/>
          </a:xfrm>
          <a:prstGeom prst="rect">
            <a:avLst/>
          </a:prstGeom>
          <a:noFill/>
          <a:ln>
            <a:noFill/>
          </a:ln>
        </p:spPr>
      </p:pic>
      <p:pic>
        <p:nvPicPr>
          <p:cNvPr id="1266" name="Google Shape;1266;p149"/>
          <p:cNvPicPr preferRelativeResize="0"/>
          <p:nvPr/>
        </p:nvPicPr>
        <p:blipFill rotWithShape="1">
          <a:blip r:embed="rId8">
            <a:alphaModFix/>
          </a:blip>
          <a:srcRect b="0" l="0" r="0" t="0"/>
          <a:stretch/>
        </p:blipFill>
        <p:spPr>
          <a:xfrm>
            <a:off x="7095175" y="3228925"/>
            <a:ext cx="999825" cy="554592"/>
          </a:xfrm>
          <a:prstGeom prst="rect">
            <a:avLst/>
          </a:prstGeom>
          <a:noFill/>
          <a:ln>
            <a:noFill/>
          </a:ln>
        </p:spPr>
      </p:pic>
      <p:pic>
        <p:nvPicPr>
          <p:cNvPr id="1267" name="Google Shape;1267;p149"/>
          <p:cNvPicPr preferRelativeResize="0"/>
          <p:nvPr/>
        </p:nvPicPr>
        <p:blipFill rotWithShape="1">
          <a:blip r:embed="rId9">
            <a:alphaModFix/>
          </a:blip>
          <a:srcRect b="0" l="0" r="0" t="0"/>
          <a:stretch/>
        </p:blipFill>
        <p:spPr>
          <a:xfrm>
            <a:off x="7095175" y="3944675"/>
            <a:ext cx="423371" cy="546200"/>
          </a:xfrm>
          <a:prstGeom prst="rect">
            <a:avLst/>
          </a:prstGeom>
          <a:noFill/>
          <a:ln>
            <a:noFill/>
          </a:ln>
        </p:spPr>
      </p:pic>
      <p:sp>
        <p:nvSpPr>
          <p:cNvPr id="1268" name="Google Shape;1268;p149"/>
          <p:cNvSpPr/>
          <p:nvPr/>
        </p:nvSpPr>
        <p:spPr>
          <a:xfrm>
            <a:off x="4425450" y="2265425"/>
            <a:ext cx="740100" cy="909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50"/>
          <p:cNvSpPr txBox="1"/>
          <p:nvPr>
            <p:ph type="title"/>
          </p:nvPr>
        </p:nvSpPr>
        <p:spPr>
          <a:xfrm>
            <a:off x="228600" y="0"/>
            <a:ext cx="8667000" cy="4296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2200"/>
              <a:buNone/>
            </a:pPr>
            <a:r>
              <a:rPr lang="en"/>
              <a:t>Diagrammatically</a:t>
            </a:r>
            <a:endParaRPr/>
          </a:p>
        </p:txBody>
      </p:sp>
      <p:sp>
        <p:nvSpPr>
          <p:cNvPr id="1274" name="Google Shape;1274;p150"/>
          <p:cNvSpPr txBox="1"/>
          <p:nvPr>
            <p:ph idx="1" type="body"/>
          </p:nvPr>
        </p:nvSpPr>
        <p:spPr>
          <a:xfrm>
            <a:off x="238500" y="2885402"/>
            <a:ext cx="8667000" cy="723300"/>
          </a:xfrm>
          <a:prstGeom prst="rect">
            <a:avLst/>
          </a:prstGeom>
          <a:noFill/>
          <a:ln>
            <a:noFill/>
          </a:ln>
        </p:spPr>
        <p:txBody>
          <a:bodyPr anchorCtr="0" anchor="t" bIns="34275" lIns="68575" spcFirstLastPara="1" rIns="68575" wrap="square" tIns="34275">
            <a:normAutofit fontScale="92500"/>
          </a:bodyPr>
          <a:lstStyle/>
          <a:p>
            <a:pPr indent="0" lvl="0" marL="0" rtl="0" algn="l">
              <a:lnSpc>
                <a:spcPct val="115000"/>
              </a:lnSpc>
              <a:spcBef>
                <a:spcPts val="500"/>
              </a:spcBef>
              <a:spcAft>
                <a:spcPts val="0"/>
              </a:spcAft>
              <a:buSzPct val="108107"/>
              <a:buNone/>
            </a:pPr>
            <a:r>
              <a:rPr lang="en"/>
              <a:t>deriv f</a:t>
            </a:r>
            <a:r>
              <a:rPr baseline="-25000" lang="en"/>
              <a:t>5</a:t>
            </a:r>
            <a:r>
              <a:rPr lang="en"/>
              <a:t>( f</a:t>
            </a:r>
            <a:r>
              <a:rPr baseline="-25000" lang="en"/>
              <a:t>4</a:t>
            </a:r>
            <a:r>
              <a:rPr lang="en"/>
              <a:t> ( f</a:t>
            </a:r>
            <a:r>
              <a:rPr baseline="-25000" lang="en"/>
              <a:t>3</a:t>
            </a:r>
            <a:r>
              <a:rPr lang="en"/>
              <a:t> (f</a:t>
            </a:r>
            <a:r>
              <a:rPr baseline="-25000" lang="en"/>
              <a:t>2</a:t>
            </a:r>
            <a:r>
              <a:rPr lang="en"/>
              <a:t> (f</a:t>
            </a:r>
            <a:r>
              <a:rPr baseline="-25000" lang="en"/>
              <a:t>1</a:t>
            </a:r>
            <a:r>
              <a:rPr lang="en"/>
              <a:t> (x) ) ) ) ) = f</a:t>
            </a:r>
            <a:r>
              <a:rPr baseline="-25000" lang="en"/>
              <a:t>5</a:t>
            </a:r>
            <a:r>
              <a:rPr lang="en"/>
              <a:t>’(d) x f</a:t>
            </a:r>
            <a:r>
              <a:rPr baseline="-25000" lang="en"/>
              <a:t>4</a:t>
            </a:r>
            <a:r>
              <a:rPr lang="en"/>
              <a:t>’(c) x f</a:t>
            </a:r>
            <a:r>
              <a:rPr baseline="-25000" lang="en"/>
              <a:t>3</a:t>
            </a:r>
            <a:r>
              <a:rPr lang="en"/>
              <a:t>’(b) x f</a:t>
            </a:r>
            <a:r>
              <a:rPr baseline="-25000" lang="en"/>
              <a:t>2</a:t>
            </a:r>
            <a:r>
              <a:rPr lang="en"/>
              <a:t>’(a) x f</a:t>
            </a:r>
            <a:r>
              <a:rPr baseline="-25000" lang="en"/>
              <a:t>1</a:t>
            </a:r>
            <a:r>
              <a:rPr lang="en"/>
              <a:t>’(x)</a:t>
            </a:r>
            <a:endParaRPr/>
          </a:p>
        </p:txBody>
      </p:sp>
      <p:sp>
        <p:nvSpPr>
          <p:cNvPr id="1275" name="Google Shape;1275;p150"/>
          <p:cNvSpPr/>
          <p:nvPr/>
        </p:nvSpPr>
        <p:spPr>
          <a:xfrm>
            <a:off x="975625" y="1315950"/>
            <a:ext cx="861600" cy="93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f1</a:t>
            </a:r>
            <a:endParaRPr b="0" i="0" sz="1400" u="none" cap="none" strike="noStrike">
              <a:solidFill>
                <a:srgbClr val="000000"/>
              </a:solidFill>
              <a:latin typeface="Arial"/>
              <a:ea typeface="Arial"/>
              <a:cs typeface="Arial"/>
              <a:sym typeface="Arial"/>
            </a:endParaRPr>
          </a:p>
        </p:txBody>
      </p:sp>
      <p:sp>
        <p:nvSpPr>
          <p:cNvPr id="1276" name="Google Shape;1276;p150"/>
          <p:cNvSpPr/>
          <p:nvPr/>
        </p:nvSpPr>
        <p:spPr>
          <a:xfrm>
            <a:off x="2542181" y="1315950"/>
            <a:ext cx="861600" cy="93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f2</a:t>
            </a:r>
            <a:endParaRPr b="0" i="0" sz="1400" u="none" cap="none" strike="noStrike">
              <a:solidFill>
                <a:srgbClr val="000000"/>
              </a:solidFill>
              <a:latin typeface="Arial"/>
              <a:ea typeface="Arial"/>
              <a:cs typeface="Arial"/>
              <a:sym typeface="Arial"/>
            </a:endParaRPr>
          </a:p>
        </p:txBody>
      </p:sp>
      <p:sp>
        <p:nvSpPr>
          <p:cNvPr id="1277" name="Google Shape;1277;p150"/>
          <p:cNvSpPr/>
          <p:nvPr/>
        </p:nvSpPr>
        <p:spPr>
          <a:xfrm>
            <a:off x="4108738" y="1315950"/>
            <a:ext cx="861600" cy="93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f3</a:t>
            </a:r>
            <a:endParaRPr b="0" i="0" sz="1400" u="none" cap="none" strike="noStrike">
              <a:solidFill>
                <a:srgbClr val="000000"/>
              </a:solidFill>
              <a:latin typeface="Arial"/>
              <a:ea typeface="Arial"/>
              <a:cs typeface="Arial"/>
              <a:sym typeface="Arial"/>
            </a:endParaRPr>
          </a:p>
        </p:txBody>
      </p:sp>
      <p:sp>
        <p:nvSpPr>
          <p:cNvPr id="1278" name="Google Shape;1278;p150"/>
          <p:cNvSpPr/>
          <p:nvPr/>
        </p:nvSpPr>
        <p:spPr>
          <a:xfrm>
            <a:off x="5675294" y="1315950"/>
            <a:ext cx="861600" cy="93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f4</a:t>
            </a:r>
            <a:endParaRPr b="0" i="0" sz="1400" u="none" cap="none" strike="noStrike">
              <a:solidFill>
                <a:srgbClr val="000000"/>
              </a:solidFill>
              <a:latin typeface="Arial"/>
              <a:ea typeface="Arial"/>
              <a:cs typeface="Arial"/>
              <a:sym typeface="Arial"/>
            </a:endParaRPr>
          </a:p>
        </p:txBody>
      </p:sp>
      <p:sp>
        <p:nvSpPr>
          <p:cNvPr id="1279" name="Google Shape;1279;p150"/>
          <p:cNvSpPr/>
          <p:nvPr/>
        </p:nvSpPr>
        <p:spPr>
          <a:xfrm>
            <a:off x="7241850" y="1315950"/>
            <a:ext cx="861600" cy="93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f5</a:t>
            </a:r>
            <a:endParaRPr b="0" i="0" sz="1400" u="none" cap="none" strike="noStrike">
              <a:solidFill>
                <a:srgbClr val="000000"/>
              </a:solidFill>
              <a:latin typeface="Arial"/>
              <a:ea typeface="Arial"/>
              <a:cs typeface="Arial"/>
              <a:sym typeface="Arial"/>
            </a:endParaRPr>
          </a:p>
        </p:txBody>
      </p:sp>
      <p:sp>
        <p:nvSpPr>
          <p:cNvPr id="1280" name="Google Shape;1280;p150"/>
          <p:cNvSpPr txBox="1"/>
          <p:nvPr/>
        </p:nvSpPr>
        <p:spPr>
          <a:xfrm>
            <a:off x="363250" y="1569300"/>
            <a:ext cx="394500" cy="42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x</a:t>
            </a:r>
            <a:endParaRPr b="0" i="0" sz="1800" u="none" cap="none" strike="noStrike">
              <a:solidFill>
                <a:schemeClr val="dk2"/>
              </a:solidFill>
              <a:latin typeface="Arial"/>
              <a:ea typeface="Arial"/>
              <a:cs typeface="Arial"/>
              <a:sym typeface="Arial"/>
            </a:endParaRPr>
          </a:p>
        </p:txBody>
      </p:sp>
      <p:cxnSp>
        <p:nvCxnSpPr>
          <p:cNvPr id="1281" name="Google Shape;1281;p150"/>
          <p:cNvCxnSpPr>
            <a:stCxn id="1280" idx="3"/>
            <a:endCxn id="1275" idx="1"/>
          </p:cNvCxnSpPr>
          <p:nvPr/>
        </p:nvCxnSpPr>
        <p:spPr>
          <a:xfrm>
            <a:off x="757750" y="1784100"/>
            <a:ext cx="217800" cy="0"/>
          </a:xfrm>
          <a:prstGeom prst="straightConnector1">
            <a:avLst/>
          </a:prstGeom>
          <a:noFill/>
          <a:ln cap="flat" cmpd="sng" w="9525">
            <a:solidFill>
              <a:schemeClr val="dk2"/>
            </a:solidFill>
            <a:prstDash val="solid"/>
            <a:round/>
            <a:headEnd len="sm" w="sm" type="none"/>
            <a:tailEnd len="med" w="med" type="triangle"/>
          </a:ln>
        </p:spPr>
      </p:cxnSp>
      <p:sp>
        <p:nvSpPr>
          <p:cNvPr id="1282" name="Google Shape;1282;p150"/>
          <p:cNvSpPr txBox="1"/>
          <p:nvPr/>
        </p:nvSpPr>
        <p:spPr>
          <a:xfrm>
            <a:off x="8321350" y="1223500"/>
            <a:ext cx="394500" cy="42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e</a:t>
            </a:r>
            <a:endParaRPr b="0" i="0" sz="1800" u="none" cap="none" strike="noStrike">
              <a:solidFill>
                <a:schemeClr val="dk2"/>
              </a:solidFill>
              <a:latin typeface="Arial"/>
              <a:ea typeface="Arial"/>
              <a:cs typeface="Arial"/>
              <a:sym typeface="Arial"/>
            </a:endParaRPr>
          </a:p>
        </p:txBody>
      </p:sp>
      <p:sp>
        <p:nvSpPr>
          <p:cNvPr id="1283" name="Google Shape;1283;p150"/>
          <p:cNvSpPr txBox="1"/>
          <p:nvPr/>
        </p:nvSpPr>
        <p:spPr>
          <a:xfrm>
            <a:off x="1992450" y="1223500"/>
            <a:ext cx="394500" cy="42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a</a:t>
            </a:r>
            <a:endParaRPr b="0" i="0" sz="1800" u="none" cap="none" strike="noStrike">
              <a:solidFill>
                <a:schemeClr val="dk2"/>
              </a:solidFill>
              <a:latin typeface="Arial"/>
              <a:ea typeface="Arial"/>
              <a:cs typeface="Arial"/>
              <a:sym typeface="Arial"/>
            </a:endParaRPr>
          </a:p>
        </p:txBody>
      </p:sp>
      <p:sp>
        <p:nvSpPr>
          <p:cNvPr id="1284" name="Google Shape;1284;p150"/>
          <p:cNvSpPr txBox="1"/>
          <p:nvPr/>
        </p:nvSpPr>
        <p:spPr>
          <a:xfrm>
            <a:off x="3559013" y="1223500"/>
            <a:ext cx="394500" cy="42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b</a:t>
            </a:r>
            <a:endParaRPr b="0" i="0" sz="1800" u="none" cap="none" strike="noStrike">
              <a:solidFill>
                <a:schemeClr val="dk2"/>
              </a:solidFill>
              <a:latin typeface="Arial"/>
              <a:ea typeface="Arial"/>
              <a:cs typeface="Arial"/>
              <a:sym typeface="Arial"/>
            </a:endParaRPr>
          </a:p>
        </p:txBody>
      </p:sp>
      <p:sp>
        <p:nvSpPr>
          <p:cNvPr id="1285" name="Google Shape;1285;p150"/>
          <p:cNvSpPr txBox="1"/>
          <p:nvPr/>
        </p:nvSpPr>
        <p:spPr>
          <a:xfrm>
            <a:off x="5125563" y="1223500"/>
            <a:ext cx="394500" cy="42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c</a:t>
            </a:r>
            <a:endParaRPr b="0" i="0" sz="1800" u="none" cap="none" strike="noStrike">
              <a:solidFill>
                <a:schemeClr val="dk2"/>
              </a:solidFill>
              <a:latin typeface="Arial"/>
              <a:ea typeface="Arial"/>
              <a:cs typeface="Arial"/>
              <a:sym typeface="Arial"/>
            </a:endParaRPr>
          </a:p>
        </p:txBody>
      </p:sp>
      <p:sp>
        <p:nvSpPr>
          <p:cNvPr id="1286" name="Google Shape;1286;p150"/>
          <p:cNvSpPr txBox="1"/>
          <p:nvPr/>
        </p:nvSpPr>
        <p:spPr>
          <a:xfrm>
            <a:off x="6692125" y="1223500"/>
            <a:ext cx="394500" cy="42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d</a:t>
            </a:r>
            <a:endParaRPr b="0" i="0" sz="1800" u="none" cap="none" strike="noStrike">
              <a:solidFill>
                <a:schemeClr val="dk2"/>
              </a:solidFill>
              <a:latin typeface="Arial"/>
              <a:ea typeface="Arial"/>
              <a:cs typeface="Arial"/>
              <a:sym typeface="Arial"/>
            </a:endParaRPr>
          </a:p>
        </p:txBody>
      </p:sp>
      <p:cxnSp>
        <p:nvCxnSpPr>
          <p:cNvPr id="1287" name="Google Shape;1287;p150"/>
          <p:cNvCxnSpPr>
            <a:endCxn id="1276" idx="1"/>
          </p:cNvCxnSpPr>
          <p:nvPr/>
        </p:nvCxnSpPr>
        <p:spPr>
          <a:xfrm>
            <a:off x="1837181" y="1784100"/>
            <a:ext cx="705000" cy="0"/>
          </a:xfrm>
          <a:prstGeom prst="straightConnector1">
            <a:avLst/>
          </a:prstGeom>
          <a:noFill/>
          <a:ln cap="flat" cmpd="sng" w="9525">
            <a:solidFill>
              <a:schemeClr val="dk2"/>
            </a:solidFill>
            <a:prstDash val="solid"/>
            <a:round/>
            <a:headEnd len="sm" w="sm" type="none"/>
            <a:tailEnd len="med" w="med" type="triangle"/>
          </a:ln>
        </p:spPr>
      </p:cxnSp>
      <p:cxnSp>
        <p:nvCxnSpPr>
          <p:cNvPr id="1288" name="Google Shape;1288;p150"/>
          <p:cNvCxnSpPr>
            <a:stCxn id="1276" idx="3"/>
            <a:endCxn id="1277" idx="1"/>
          </p:cNvCxnSpPr>
          <p:nvPr/>
        </p:nvCxnSpPr>
        <p:spPr>
          <a:xfrm>
            <a:off x="3403781" y="1784100"/>
            <a:ext cx="705000" cy="0"/>
          </a:xfrm>
          <a:prstGeom prst="straightConnector1">
            <a:avLst/>
          </a:prstGeom>
          <a:noFill/>
          <a:ln cap="flat" cmpd="sng" w="9525">
            <a:solidFill>
              <a:schemeClr val="dk2"/>
            </a:solidFill>
            <a:prstDash val="solid"/>
            <a:round/>
            <a:headEnd len="sm" w="sm" type="none"/>
            <a:tailEnd len="med" w="med" type="triangle"/>
          </a:ln>
        </p:spPr>
      </p:cxnSp>
      <p:cxnSp>
        <p:nvCxnSpPr>
          <p:cNvPr id="1289" name="Google Shape;1289;p150"/>
          <p:cNvCxnSpPr>
            <a:stCxn id="1277" idx="3"/>
            <a:endCxn id="1278" idx="1"/>
          </p:cNvCxnSpPr>
          <p:nvPr/>
        </p:nvCxnSpPr>
        <p:spPr>
          <a:xfrm>
            <a:off x="4970338" y="1784100"/>
            <a:ext cx="705000" cy="0"/>
          </a:xfrm>
          <a:prstGeom prst="straightConnector1">
            <a:avLst/>
          </a:prstGeom>
          <a:noFill/>
          <a:ln cap="flat" cmpd="sng" w="9525">
            <a:solidFill>
              <a:schemeClr val="dk2"/>
            </a:solidFill>
            <a:prstDash val="solid"/>
            <a:round/>
            <a:headEnd len="sm" w="sm" type="none"/>
            <a:tailEnd len="med" w="med" type="triangle"/>
          </a:ln>
        </p:spPr>
      </p:cxnSp>
      <p:cxnSp>
        <p:nvCxnSpPr>
          <p:cNvPr id="1290" name="Google Shape;1290;p150"/>
          <p:cNvCxnSpPr>
            <a:stCxn id="1278" idx="3"/>
            <a:endCxn id="1279" idx="1"/>
          </p:cNvCxnSpPr>
          <p:nvPr/>
        </p:nvCxnSpPr>
        <p:spPr>
          <a:xfrm>
            <a:off x="6536894" y="1784100"/>
            <a:ext cx="705000" cy="0"/>
          </a:xfrm>
          <a:prstGeom prst="straightConnector1">
            <a:avLst/>
          </a:prstGeom>
          <a:noFill/>
          <a:ln cap="flat" cmpd="sng" w="9525">
            <a:solidFill>
              <a:schemeClr val="dk2"/>
            </a:solidFill>
            <a:prstDash val="solid"/>
            <a:round/>
            <a:headEnd len="sm" w="sm" type="none"/>
            <a:tailEnd len="med" w="med" type="triangle"/>
          </a:ln>
        </p:spPr>
      </p:cxnSp>
      <p:cxnSp>
        <p:nvCxnSpPr>
          <p:cNvPr id="1291" name="Google Shape;1291;p150"/>
          <p:cNvCxnSpPr>
            <a:stCxn id="1279" idx="3"/>
          </p:cNvCxnSpPr>
          <p:nvPr/>
        </p:nvCxnSpPr>
        <p:spPr>
          <a:xfrm>
            <a:off x="8103450" y="1784100"/>
            <a:ext cx="687600" cy="114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5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sigmoid function example</a:t>
            </a:r>
            <a:endParaRPr/>
          </a:p>
        </p:txBody>
      </p:sp>
      <p:sp>
        <p:nvSpPr>
          <p:cNvPr id="1297" name="Google Shape;1297;p151"/>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Sigmoid function</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Derivative of a sigmoid function</a:t>
            </a:r>
            <a:endParaRPr/>
          </a:p>
        </p:txBody>
      </p:sp>
      <p:pic>
        <p:nvPicPr>
          <p:cNvPr id="1298" name="Google Shape;1298;p151"/>
          <p:cNvPicPr preferRelativeResize="0"/>
          <p:nvPr/>
        </p:nvPicPr>
        <p:blipFill rotWithShape="1">
          <a:blip r:embed="rId3">
            <a:alphaModFix/>
          </a:blip>
          <a:srcRect b="0" l="0" r="0" t="0"/>
          <a:stretch/>
        </p:blipFill>
        <p:spPr>
          <a:xfrm>
            <a:off x="2693289" y="1256776"/>
            <a:ext cx="3055250" cy="787450"/>
          </a:xfrm>
          <a:prstGeom prst="rect">
            <a:avLst/>
          </a:prstGeom>
          <a:noFill/>
          <a:ln>
            <a:noFill/>
          </a:ln>
        </p:spPr>
      </p:pic>
      <p:pic>
        <p:nvPicPr>
          <p:cNvPr id="1299" name="Google Shape;1299;p151"/>
          <p:cNvPicPr preferRelativeResize="0"/>
          <p:nvPr/>
        </p:nvPicPr>
        <p:blipFill rotWithShape="1">
          <a:blip r:embed="rId4">
            <a:alphaModFix/>
          </a:blip>
          <a:srcRect b="0" l="0" r="0" t="0"/>
          <a:stretch/>
        </p:blipFill>
        <p:spPr>
          <a:xfrm>
            <a:off x="2421600" y="3127000"/>
            <a:ext cx="3598625" cy="3936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15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Logistic Regression</a:t>
            </a:r>
            <a:endParaRPr/>
          </a:p>
        </p:txBody>
      </p:sp>
      <p:sp>
        <p:nvSpPr>
          <p:cNvPr id="1305" name="Google Shape;1305;p152"/>
          <p:cNvSpPr/>
          <p:nvPr/>
        </p:nvSpPr>
        <p:spPr>
          <a:xfrm>
            <a:off x="1288638" y="2174150"/>
            <a:ext cx="1847400" cy="1370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Apply Weights </a:t>
            </a:r>
            <a:r>
              <a:rPr b="0" i="1" lang="en" sz="1400" u="none" cap="none" strike="noStrike">
                <a:solidFill>
                  <a:srgbClr val="000000"/>
                </a:solidFill>
                <a:latin typeface="Arial"/>
                <a:ea typeface="Arial"/>
                <a:cs typeface="Arial"/>
                <a:sym typeface="Arial"/>
              </a:rPr>
              <a:t>W</a:t>
            </a:r>
            <a:endParaRPr b="0" i="1" sz="1400" u="none" cap="none" strike="noStrike">
              <a:solidFill>
                <a:srgbClr val="000000"/>
              </a:solidFill>
              <a:latin typeface="Arial"/>
              <a:ea typeface="Arial"/>
              <a:cs typeface="Arial"/>
              <a:sym typeface="Arial"/>
            </a:endParaRPr>
          </a:p>
        </p:txBody>
      </p:sp>
      <p:sp>
        <p:nvSpPr>
          <p:cNvPr id="1306" name="Google Shape;1306;p152"/>
          <p:cNvSpPr/>
          <p:nvPr/>
        </p:nvSpPr>
        <p:spPr>
          <a:xfrm>
            <a:off x="5419500" y="1821350"/>
            <a:ext cx="1172700" cy="20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𝝈( . )</a:t>
            </a:r>
            <a:endParaRPr b="0" i="0" sz="2000" u="none" cap="none" strike="noStrike">
              <a:solidFill>
                <a:srgbClr val="000000"/>
              </a:solidFill>
              <a:latin typeface="Arial"/>
              <a:ea typeface="Arial"/>
              <a:cs typeface="Arial"/>
              <a:sym typeface="Arial"/>
            </a:endParaRPr>
          </a:p>
        </p:txBody>
      </p:sp>
      <p:cxnSp>
        <p:nvCxnSpPr>
          <p:cNvPr id="1307" name="Google Shape;1307;p152"/>
          <p:cNvCxnSpPr>
            <a:endCxn id="1305" idx="1"/>
          </p:cNvCxnSpPr>
          <p:nvPr/>
        </p:nvCxnSpPr>
        <p:spPr>
          <a:xfrm>
            <a:off x="873438" y="2859200"/>
            <a:ext cx="415200" cy="0"/>
          </a:xfrm>
          <a:prstGeom prst="straightConnector1">
            <a:avLst/>
          </a:prstGeom>
          <a:noFill/>
          <a:ln cap="flat" cmpd="sng" w="9525">
            <a:solidFill>
              <a:schemeClr val="dk2"/>
            </a:solidFill>
            <a:prstDash val="solid"/>
            <a:round/>
            <a:headEnd len="sm" w="sm" type="none"/>
            <a:tailEnd len="med" w="med" type="triangle"/>
          </a:ln>
        </p:spPr>
      </p:cxnSp>
      <p:cxnSp>
        <p:nvCxnSpPr>
          <p:cNvPr id="1308" name="Google Shape;1308;p152"/>
          <p:cNvCxnSpPr>
            <a:stCxn id="1306" idx="3"/>
          </p:cNvCxnSpPr>
          <p:nvPr/>
        </p:nvCxnSpPr>
        <p:spPr>
          <a:xfrm>
            <a:off x="6592200" y="2859200"/>
            <a:ext cx="654000" cy="0"/>
          </a:xfrm>
          <a:prstGeom prst="straightConnector1">
            <a:avLst/>
          </a:prstGeom>
          <a:noFill/>
          <a:ln cap="flat" cmpd="sng" w="9525">
            <a:solidFill>
              <a:schemeClr val="dk2"/>
            </a:solidFill>
            <a:prstDash val="solid"/>
            <a:round/>
            <a:headEnd len="sm" w="sm" type="none"/>
            <a:tailEnd len="med" w="med" type="triangle"/>
          </a:ln>
        </p:spPr>
      </p:cxnSp>
      <p:sp>
        <p:nvSpPr>
          <p:cNvPr id="1309" name="Google Shape;1309;p152"/>
          <p:cNvSpPr/>
          <p:nvPr/>
        </p:nvSpPr>
        <p:spPr>
          <a:xfrm>
            <a:off x="3691425" y="2174150"/>
            <a:ext cx="1172700" cy="1370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Add Bias </a:t>
            </a:r>
            <a:r>
              <a:rPr b="1" i="1" lang="en" sz="1400" u="none" cap="none" strike="noStrike">
                <a:solidFill>
                  <a:srgbClr val="000000"/>
                </a:solidFill>
                <a:latin typeface="Arial"/>
                <a:ea typeface="Arial"/>
                <a:cs typeface="Arial"/>
                <a:sym typeface="Arial"/>
              </a:rPr>
              <a:t>b</a:t>
            </a:r>
            <a:endParaRPr b="1" i="1" sz="1400" u="none" cap="none" strike="noStrike">
              <a:solidFill>
                <a:srgbClr val="000000"/>
              </a:solidFill>
              <a:latin typeface="Arial"/>
              <a:ea typeface="Arial"/>
              <a:cs typeface="Arial"/>
              <a:sym typeface="Arial"/>
            </a:endParaRPr>
          </a:p>
        </p:txBody>
      </p:sp>
      <p:cxnSp>
        <p:nvCxnSpPr>
          <p:cNvPr id="1310" name="Google Shape;1310;p152"/>
          <p:cNvCxnSpPr>
            <a:endCxn id="1309" idx="1"/>
          </p:cNvCxnSpPr>
          <p:nvPr/>
        </p:nvCxnSpPr>
        <p:spPr>
          <a:xfrm>
            <a:off x="3234525" y="2859200"/>
            <a:ext cx="456900" cy="0"/>
          </a:xfrm>
          <a:prstGeom prst="straightConnector1">
            <a:avLst/>
          </a:prstGeom>
          <a:noFill/>
          <a:ln cap="flat" cmpd="sng" w="9525">
            <a:solidFill>
              <a:schemeClr val="dk2"/>
            </a:solidFill>
            <a:prstDash val="solid"/>
            <a:round/>
            <a:headEnd len="sm" w="sm" type="none"/>
            <a:tailEnd len="med" w="med" type="triangle"/>
          </a:ln>
        </p:spPr>
      </p:cxnSp>
      <p:cxnSp>
        <p:nvCxnSpPr>
          <p:cNvPr id="1311" name="Google Shape;1311;p152"/>
          <p:cNvCxnSpPr>
            <a:stCxn id="1309" idx="3"/>
            <a:endCxn id="1306" idx="1"/>
          </p:cNvCxnSpPr>
          <p:nvPr/>
        </p:nvCxnSpPr>
        <p:spPr>
          <a:xfrm>
            <a:off x="4864125" y="2859200"/>
            <a:ext cx="555300" cy="0"/>
          </a:xfrm>
          <a:prstGeom prst="straightConnector1">
            <a:avLst/>
          </a:prstGeom>
          <a:noFill/>
          <a:ln cap="flat" cmpd="sng" w="9525">
            <a:solidFill>
              <a:schemeClr val="dk2"/>
            </a:solidFill>
            <a:prstDash val="solid"/>
            <a:round/>
            <a:headEnd len="sm" w="sm" type="none"/>
            <a:tailEnd len="med" w="med" type="triangle"/>
          </a:ln>
        </p:spPr>
      </p:cxnSp>
      <p:sp>
        <p:nvSpPr>
          <p:cNvPr id="1312" name="Google Shape;1312;p152"/>
          <p:cNvSpPr txBox="1"/>
          <p:nvPr/>
        </p:nvSpPr>
        <p:spPr>
          <a:xfrm>
            <a:off x="2958000" y="4079000"/>
            <a:ext cx="3228000" cy="87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What’s the gradient? … with respect to the weights? Bias?</a:t>
            </a:r>
            <a:endParaRPr b="0" i="0" sz="1800" u="none" cap="none" strike="noStrike">
              <a:solidFill>
                <a:schemeClr val="dk2"/>
              </a:solidFill>
              <a:latin typeface="Arial"/>
              <a:ea typeface="Arial"/>
              <a:cs typeface="Arial"/>
              <a:sym typeface="Arial"/>
            </a:endParaRPr>
          </a:p>
        </p:txBody>
      </p:sp>
      <p:pic>
        <p:nvPicPr>
          <p:cNvPr id="1313" name="Google Shape;1313;p152"/>
          <p:cNvPicPr preferRelativeResize="0"/>
          <p:nvPr/>
        </p:nvPicPr>
        <p:blipFill rotWithShape="1">
          <a:blip r:embed="rId3">
            <a:alphaModFix/>
          </a:blip>
          <a:srcRect b="0" l="0" r="0" t="0"/>
          <a:stretch/>
        </p:blipFill>
        <p:spPr>
          <a:xfrm>
            <a:off x="2310863" y="732247"/>
            <a:ext cx="3933825" cy="609600"/>
          </a:xfrm>
          <a:prstGeom prst="rect">
            <a:avLst/>
          </a:prstGeom>
          <a:noFill/>
          <a:ln>
            <a:noFill/>
          </a:ln>
        </p:spPr>
      </p:pic>
      <p:pic>
        <p:nvPicPr>
          <p:cNvPr id="1314" name="Google Shape;1314;p152"/>
          <p:cNvPicPr preferRelativeResize="0"/>
          <p:nvPr/>
        </p:nvPicPr>
        <p:blipFill rotWithShape="1">
          <a:blip r:embed="rId4">
            <a:alphaModFix/>
          </a:blip>
          <a:srcRect b="0" l="0" r="0" t="0"/>
          <a:stretch/>
        </p:blipFill>
        <p:spPr>
          <a:xfrm>
            <a:off x="7266850" y="2682985"/>
            <a:ext cx="200025" cy="352425"/>
          </a:xfrm>
          <a:prstGeom prst="rect">
            <a:avLst/>
          </a:prstGeom>
          <a:noFill/>
          <a:ln>
            <a:noFill/>
          </a:ln>
        </p:spPr>
      </p:pic>
      <p:pic>
        <p:nvPicPr>
          <p:cNvPr id="1315" name="Google Shape;1315;p152"/>
          <p:cNvPicPr preferRelativeResize="0"/>
          <p:nvPr/>
        </p:nvPicPr>
        <p:blipFill rotWithShape="1">
          <a:blip r:embed="rId5">
            <a:alphaModFix/>
          </a:blip>
          <a:srcRect b="0" l="0" r="0" t="0"/>
          <a:stretch/>
        </p:blipFill>
        <p:spPr>
          <a:xfrm>
            <a:off x="607625" y="2692497"/>
            <a:ext cx="200025" cy="3333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53"/>
          <p:cNvSpPr/>
          <p:nvPr/>
        </p:nvSpPr>
        <p:spPr>
          <a:xfrm>
            <a:off x="8539075" y="2451750"/>
            <a:ext cx="355500" cy="355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153"/>
          <p:cNvSpPr/>
          <p:nvPr/>
        </p:nvSpPr>
        <p:spPr>
          <a:xfrm>
            <a:off x="7706525" y="3855925"/>
            <a:ext cx="355500" cy="355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15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Two Layer Neural Network</a:t>
            </a:r>
            <a:endParaRPr/>
          </a:p>
        </p:txBody>
      </p:sp>
      <p:sp>
        <p:nvSpPr>
          <p:cNvPr id="1323" name="Google Shape;1323;p153"/>
          <p:cNvSpPr txBox="1"/>
          <p:nvPr>
            <p:ph idx="1" type="body"/>
          </p:nvPr>
        </p:nvSpPr>
        <p:spPr>
          <a:xfrm>
            <a:off x="55825" y="1126575"/>
            <a:ext cx="3912600" cy="2625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Arrows are the neural network layers</a:t>
            </a:r>
            <a:endParaRPr/>
          </a:p>
        </p:txBody>
      </p:sp>
      <p:pic>
        <p:nvPicPr>
          <p:cNvPr id="1324" name="Google Shape;1324;p153"/>
          <p:cNvPicPr preferRelativeResize="0"/>
          <p:nvPr/>
        </p:nvPicPr>
        <p:blipFill rotWithShape="1">
          <a:blip r:embed="rId3">
            <a:alphaModFix/>
          </a:blip>
          <a:srcRect b="0" l="0" r="0" t="0"/>
          <a:stretch/>
        </p:blipFill>
        <p:spPr>
          <a:xfrm>
            <a:off x="377650" y="1781682"/>
            <a:ext cx="3268951" cy="1696726"/>
          </a:xfrm>
          <a:prstGeom prst="rect">
            <a:avLst/>
          </a:prstGeom>
          <a:noFill/>
          <a:ln>
            <a:noFill/>
          </a:ln>
        </p:spPr>
      </p:pic>
      <p:sp>
        <p:nvSpPr>
          <p:cNvPr id="1325" name="Google Shape;1325;p153"/>
          <p:cNvSpPr/>
          <p:nvPr/>
        </p:nvSpPr>
        <p:spPr>
          <a:xfrm>
            <a:off x="1181025" y="1781675"/>
            <a:ext cx="554100" cy="179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layer1</a:t>
            </a:r>
            <a:endParaRPr b="0" i="0" sz="1000" u="none" cap="none" strike="noStrike">
              <a:solidFill>
                <a:srgbClr val="000000"/>
              </a:solidFill>
              <a:latin typeface="Arial"/>
              <a:ea typeface="Arial"/>
              <a:cs typeface="Arial"/>
              <a:sym typeface="Arial"/>
            </a:endParaRPr>
          </a:p>
        </p:txBody>
      </p:sp>
      <p:sp>
        <p:nvSpPr>
          <p:cNvPr id="1326" name="Google Shape;1326;p153"/>
          <p:cNvSpPr/>
          <p:nvPr/>
        </p:nvSpPr>
        <p:spPr>
          <a:xfrm>
            <a:off x="2256875" y="1781675"/>
            <a:ext cx="554100" cy="179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layer2</a:t>
            </a:r>
            <a:endParaRPr b="0" i="0" sz="1000" u="none" cap="none" strike="noStrike">
              <a:solidFill>
                <a:srgbClr val="000000"/>
              </a:solidFill>
              <a:latin typeface="Arial"/>
              <a:ea typeface="Arial"/>
              <a:cs typeface="Arial"/>
              <a:sym typeface="Arial"/>
            </a:endParaRPr>
          </a:p>
        </p:txBody>
      </p:sp>
      <p:pic>
        <p:nvPicPr>
          <p:cNvPr id="1327" name="Google Shape;1327;p153"/>
          <p:cNvPicPr preferRelativeResize="0"/>
          <p:nvPr/>
        </p:nvPicPr>
        <p:blipFill rotWithShape="1">
          <a:blip r:embed="rId4">
            <a:alphaModFix/>
          </a:blip>
          <a:srcRect b="0" l="0" r="0" t="0"/>
          <a:stretch/>
        </p:blipFill>
        <p:spPr>
          <a:xfrm>
            <a:off x="1058688" y="3707200"/>
            <a:ext cx="798775" cy="148715"/>
          </a:xfrm>
          <a:prstGeom prst="rect">
            <a:avLst/>
          </a:prstGeom>
          <a:noFill/>
          <a:ln>
            <a:noFill/>
          </a:ln>
        </p:spPr>
      </p:pic>
      <p:pic>
        <p:nvPicPr>
          <p:cNvPr id="1328" name="Google Shape;1328;p153"/>
          <p:cNvPicPr preferRelativeResize="0"/>
          <p:nvPr/>
        </p:nvPicPr>
        <p:blipFill rotWithShape="1">
          <a:blip r:embed="rId5">
            <a:alphaModFix/>
          </a:blip>
          <a:srcRect b="0" l="0" r="0" t="0"/>
          <a:stretch/>
        </p:blipFill>
        <p:spPr>
          <a:xfrm>
            <a:off x="2134488" y="3707195"/>
            <a:ext cx="798866" cy="148725"/>
          </a:xfrm>
          <a:prstGeom prst="rect">
            <a:avLst/>
          </a:prstGeom>
          <a:noFill/>
          <a:ln>
            <a:noFill/>
          </a:ln>
        </p:spPr>
      </p:pic>
      <p:sp>
        <p:nvSpPr>
          <p:cNvPr id="1329" name="Google Shape;1329;p153"/>
          <p:cNvSpPr/>
          <p:nvPr/>
        </p:nvSpPr>
        <p:spPr>
          <a:xfrm>
            <a:off x="5115825" y="1733700"/>
            <a:ext cx="554100" cy="179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layer1</a:t>
            </a:r>
            <a:endParaRPr b="0" i="0" sz="1000" u="none" cap="none" strike="noStrike">
              <a:solidFill>
                <a:srgbClr val="000000"/>
              </a:solidFill>
              <a:latin typeface="Arial"/>
              <a:ea typeface="Arial"/>
              <a:cs typeface="Arial"/>
              <a:sym typeface="Arial"/>
            </a:endParaRPr>
          </a:p>
        </p:txBody>
      </p:sp>
      <p:sp>
        <p:nvSpPr>
          <p:cNvPr id="1330" name="Google Shape;1330;p153"/>
          <p:cNvSpPr/>
          <p:nvPr/>
        </p:nvSpPr>
        <p:spPr>
          <a:xfrm>
            <a:off x="6344075" y="1733700"/>
            <a:ext cx="554100" cy="179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layer2</a:t>
            </a:r>
            <a:endParaRPr b="0" i="0" sz="1000" u="none" cap="none" strike="noStrike">
              <a:solidFill>
                <a:srgbClr val="000000"/>
              </a:solidFill>
              <a:latin typeface="Arial"/>
              <a:ea typeface="Arial"/>
              <a:cs typeface="Arial"/>
              <a:sym typeface="Arial"/>
            </a:endParaRPr>
          </a:p>
        </p:txBody>
      </p:sp>
      <p:sp>
        <p:nvSpPr>
          <p:cNvPr id="1331" name="Google Shape;1331;p153"/>
          <p:cNvSpPr/>
          <p:nvPr/>
        </p:nvSpPr>
        <p:spPr>
          <a:xfrm>
            <a:off x="3767600" y="2363975"/>
            <a:ext cx="683400" cy="34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53"/>
          <p:cNvSpPr/>
          <p:nvPr/>
        </p:nvSpPr>
        <p:spPr>
          <a:xfrm>
            <a:off x="4572000" y="2451750"/>
            <a:ext cx="355500" cy="355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1333" name="Google Shape;1333;p153"/>
          <p:cNvSpPr/>
          <p:nvPr/>
        </p:nvSpPr>
        <p:spPr>
          <a:xfrm>
            <a:off x="7086500" y="2451750"/>
            <a:ext cx="355500" cy="355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53"/>
          <p:cNvSpPr/>
          <p:nvPr/>
        </p:nvSpPr>
        <p:spPr>
          <a:xfrm>
            <a:off x="5829250" y="2451750"/>
            <a:ext cx="355500" cy="355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a:t>
            </a:r>
            <a:endParaRPr b="0" i="0" sz="1400" u="none" cap="none" strike="noStrike">
              <a:solidFill>
                <a:srgbClr val="000000"/>
              </a:solidFill>
              <a:latin typeface="Arial"/>
              <a:ea typeface="Arial"/>
              <a:cs typeface="Arial"/>
              <a:sym typeface="Arial"/>
            </a:endParaRPr>
          </a:p>
        </p:txBody>
      </p:sp>
      <p:cxnSp>
        <p:nvCxnSpPr>
          <p:cNvPr id="1335" name="Google Shape;1335;p153"/>
          <p:cNvCxnSpPr>
            <a:stCxn id="1332" idx="6"/>
            <a:endCxn id="1329" idx="1"/>
          </p:cNvCxnSpPr>
          <p:nvPr/>
        </p:nvCxnSpPr>
        <p:spPr>
          <a:xfrm>
            <a:off x="4927500" y="2629500"/>
            <a:ext cx="188400" cy="0"/>
          </a:xfrm>
          <a:prstGeom prst="straightConnector1">
            <a:avLst/>
          </a:prstGeom>
          <a:noFill/>
          <a:ln cap="flat" cmpd="sng" w="9525">
            <a:solidFill>
              <a:schemeClr val="dk2"/>
            </a:solidFill>
            <a:prstDash val="solid"/>
            <a:round/>
            <a:headEnd len="sm" w="sm" type="none"/>
            <a:tailEnd len="med" w="med" type="triangle"/>
          </a:ln>
        </p:spPr>
      </p:cxnSp>
      <p:cxnSp>
        <p:nvCxnSpPr>
          <p:cNvPr id="1336" name="Google Shape;1336;p153"/>
          <p:cNvCxnSpPr>
            <a:endCxn id="1333" idx="2"/>
          </p:cNvCxnSpPr>
          <p:nvPr/>
        </p:nvCxnSpPr>
        <p:spPr>
          <a:xfrm>
            <a:off x="6898100" y="2629500"/>
            <a:ext cx="188400" cy="0"/>
          </a:xfrm>
          <a:prstGeom prst="straightConnector1">
            <a:avLst/>
          </a:prstGeom>
          <a:noFill/>
          <a:ln cap="flat" cmpd="sng" w="9525">
            <a:solidFill>
              <a:schemeClr val="dk2"/>
            </a:solidFill>
            <a:prstDash val="solid"/>
            <a:round/>
            <a:headEnd len="sm" w="sm" type="none"/>
            <a:tailEnd len="med" w="med" type="triangle"/>
          </a:ln>
        </p:spPr>
      </p:cxnSp>
      <p:sp>
        <p:nvSpPr>
          <p:cNvPr id="1337" name="Google Shape;1337;p153"/>
          <p:cNvSpPr txBox="1"/>
          <p:nvPr/>
        </p:nvSpPr>
        <p:spPr>
          <a:xfrm>
            <a:off x="4478625" y="2908800"/>
            <a:ext cx="507900" cy="1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2"/>
                </a:solidFill>
                <a:latin typeface="Arial"/>
                <a:ea typeface="Arial"/>
                <a:cs typeface="Arial"/>
                <a:sym typeface="Arial"/>
              </a:rPr>
              <a:t>data node</a:t>
            </a:r>
            <a:endParaRPr b="0" i="0" sz="800" u="none" cap="none" strike="noStrike">
              <a:solidFill>
                <a:schemeClr val="dk2"/>
              </a:solidFill>
              <a:latin typeface="Arial"/>
              <a:ea typeface="Arial"/>
              <a:cs typeface="Arial"/>
              <a:sym typeface="Arial"/>
            </a:endParaRPr>
          </a:p>
        </p:txBody>
      </p:sp>
      <p:sp>
        <p:nvSpPr>
          <p:cNvPr id="1338" name="Google Shape;1338;p153"/>
          <p:cNvSpPr txBox="1"/>
          <p:nvPr/>
        </p:nvSpPr>
        <p:spPr>
          <a:xfrm>
            <a:off x="7010300" y="2908800"/>
            <a:ext cx="507900" cy="1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2"/>
                </a:solidFill>
                <a:latin typeface="Arial"/>
                <a:ea typeface="Arial"/>
                <a:cs typeface="Arial"/>
                <a:sym typeface="Arial"/>
              </a:rPr>
              <a:t>output data node</a:t>
            </a:r>
            <a:endParaRPr b="0" i="0" sz="800" u="none" cap="none" strike="noStrike">
              <a:solidFill>
                <a:schemeClr val="dk2"/>
              </a:solidFill>
              <a:latin typeface="Arial"/>
              <a:ea typeface="Arial"/>
              <a:cs typeface="Arial"/>
              <a:sym typeface="Arial"/>
            </a:endParaRPr>
          </a:p>
        </p:txBody>
      </p:sp>
      <p:sp>
        <p:nvSpPr>
          <p:cNvPr id="1339" name="Google Shape;1339;p153"/>
          <p:cNvSpPr/>
          <p:nvPr/>
        </p:nvSpPr>
        <p:spPr>
          <a:xfrm>
            <a:off x="7630325" y="1733700"/>
            <a:ext cx="507900" cy="179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BCE loss</a:t>
            </a:r>
            <a:endParaRPr b="0" i="0" sz="1000" u="none" cap="none" strike="noStrike">
              <a:solidFill>
                <a:srgbClr val="000000"/>
              </a:solidFill>
              <a:latin typeface="Arial"/>
              <a:ea typeface="Arial"/>
              <a:cs typeface="Arial"/>
              <a:sym typeface="Arial"/>
            </a:endParaRPr>
          </a:p>
        </p:txBody>
      </p:sp>
      <p:pic>
        <p:nvPicPr>
          <p:cNvPr id="1340" name="Google Shape;1340;p153"/>
          <p:cNvPicPr preferRelativeResize="0"/>
          <p:nvPr/>
        </p:nvPicPr>
        <p:blipFill rotWithShape="1">
          <a:blip r:embed="rId6">
            <a:alphaModFix/>
          </a:blip>
          <a:srcRect b="0" l="0" r="0" t="0"/>
          <a:stretch/>
        </p:blipFill>
        <p:spPr>
          <a:xfrm>
            <a:off x="7202250" y="2494575"/>
            <a:ext cx="123985" cy="269850"/>
          </a:xfrm>
          <a:prstGeom prst="rect">
            <a:avLst/>
          </a:prstGeom>
          <a:noFill/>
          <a:ln>
            <a:noFill/>
          </a:ln>
        </p:spPr>
      </p:pic>
      <p:pic>
        <p:nvPicPr>
          <p:cNvPr id="1341" name="Google Shape;1341;p153"/>
          <p:cNvPicPr preferRelativeResize="0"/>
          <p:nvPr/>
        </p:nvPicPr>
        <p:blipFill rotWithShape="1">
          <a:blip r:embed="rId7">
            <a:alphaModFix/>
          </a:blip>
          <a:srcRect b="0" l="0" r="0" t="0"/>
          <a:stretch/>
        </p:blipFill>
        <p:spPr>
          <a:xfrm>
            <a:off x="7818738" y="3855925"/>
            <a:ext cx="131070" cy="269850"/>
          </a:xfrm>
          <a:prstGeom prst="rect">
            <a:avLst/>
          </a:prstGeom>
          <a:noFill/>
          <a:ln>
            <a:noFill/>
          </a:ln>
        </p:spPr>
      </p:pic>
      <p:cxnSp>
        <p:nvCxnSpPr>
          <p:cNvPr id="1342" name="Google Shape;1342;p153"/>
          <p:cNvCxnSpPr>
            <a:stCxn id="1341" idx="0"/>
            <a:endCxn id="1339" idx="2"/>
          </p:cNvCxnSpPr>
          <p:nvPr/>
        </p:nvCxnSpPr>
        <p:spPr>
          <a:xfrm rot="10800000">
            <a:off x="7884273" y="3525325"/>
            <a:ext cx="0" cy="330600"/>
          </a:xfrm>
          <a:prstGeom prst="straightConnector1">
            <a:avLst/>
          </a:prstGeom>
          <a:noFill/>
          <a:ln cap="flat" cmpd="sng" w="9525">
            <a:solidFill>
              <a:schemeClr val="dk2"/>
            </a:solidFill>
            <a:prstDash val="solid"/>
            <a:round/>
            <a:headEnd len="sm" w="sm" type="none"/>
            <a:tailEnd len="med" w="med" type="triangle"/>
          </a:ln>
        </p:spPr>
      </p:cxnSp>
      <p:pic>
        <p:nvPicPr>
          <p:cNvPr id="1343" name="Google Shape;1343;p153"/>
          <p:cNvPicPr preferRelativeResize="0"/>
          <p:nvPr/>
        </p:nvPicPr>
        <p:blipFill rotWithShape="1">
          <a:blip r:embed="rId8">
            <a:alphaModFix/>
          </a:blip>
          <a:srcRect b="0" l="0" r="0" t="0"/>
          <a:stretch/>
        </p:blipFill>
        <p:spPr>
          <a:xfrm>
            <a:off x="8622625" y="2492660"/>
            <a:ext cx="188400" cy="274750"/>
          </a:xfrm>
          <a:prstGeom prst="rect">
            <a:avLst/>
          </a:prstGeom>
          <a:noFill/>
          <a:ln>
            <a:noFill/>
          </a:ln>
        </p:spPr>
      </p:pic>
      <p:cxnSp>
        <p:nvCxnSpPr>
          <p:cNvPr id="1344" name="Google Shape;1344;p153"/>
          <p:cNvCxnSpPr>
            <a:stCxn id="1339" idx="3"/>
            <a:endCxn id="1320" idx="2"/>
          </p:cNvCxnSpPr>
          <p:nvPr/>
        </p:nvCxnSpPr>
        <p:spPr>
          <a:xfrm>
            <a:off x="8138225" y="2629500"/>
            <a:ext cx="400800" cy="0"/>
          </a:xfrm>
          <a:prstGeom prst="straightConnector1">
            <a:avLst/>
          </a:prstGeom>
          <a:noFill/>
          <a:ln cap="flat" cmpd="sng" w="9525">
            <a:solidFill>
              <a:schemeClr val="dk2"/>
            </a:solidFill>
            <a:prstDash val="solid"/>
            <a:round/>
            <a:headEnd len="sm" w="sm" type="none"/>
            <a:tailEnd len="med" w="med" type="triangle"/>
          </a:ln>
        </p:spPr>
      </p:cxnSp>
      <p:cxnSp>
        <p:nvCxnSpPr>
          <p:cNvPr id="1345" name="Google Shape;1345;p153"/>
          <p:cNvCxnSpPr>
            <a:stCxn id="1333" idx="6"/>
            <a:endCxn id="1339" idx="1"/>
          </p:cNvCxnSpPr>
          <p:nvPr/>
        </p:nvCxnSpPr>
        <p:spPr>
          <a:xfrm>
            <a:off x="7442000" y="2629500"/>
            <a:ext cx="188400" cy="0"/>
          </a:xfrm>
          <a:prstGeom prst="straightConnector1">
            <a:avLst/>
          </a:prstGeom>
          <a:noFill/>
          <a:ln cap="flat" cmpd="sng" w="9525">
            <a:solidFill>
              <a:schemeClr val="dk2"/>
            </a:solidFill>
            <a:prstDash val="solid"/>
            <a:round/>
            <a:headEnd len="sm" w="sm" type="none"/>
            <a:tailEnd len="med" w="med" type="triangle"/>
          </a:ln>
        </p:spPr>
      </p:cxnSp>
      <p:cxnSp>
        <p:nvCxnSpPr>
          <p:cNvPr id="1346" name="Google Shape;1346;p153"/>
          <p:cNvCxnSpPr>
            <a:stCxn id="1329" idx="3"/>
            <a:endCxn id="1334" idx="2"/>
          </p:cNvCxnSpPr>
          <p:nvPr/>
        </p:nvCxnSpPr>
        <p:spPr>
          <a:xfrm>
            <a:off x="5669925" y="2629500"/>
            <a:ext cx="159300" cy="0"/>
          </a:xfrm>
          <a:prstGeom prst="straightConnector1">
            <a:avLst/>
          </a:prstGeom>
          <a:noFill/>
          <a:ln cap="flat" cmpd="sng" w="9525">
            <a:solidFill>
              <a:schemeClr val="dk2"/>
            </a:solidFill>
            <a:prstDash val="solid"/>
            <a:round/>
            <a:headEnd len="sm" w="sm" type="none"/>
            <a:tailEnd len="med" w="med" type="triangle"/>
          </a:ln>
        </p:spPr>
      </p:cxnSp>
      <p:cxnSp>
        <p:nvCxnSpPr>
          <p:cNvPr id="1347" name="Google Shape;1347;p153"/>
          <p:cNvCxnSpPr>
            <a:stCxn id="1334" idx="6"/>
            <a:endCxn id="1330" idx="1"/>
          </p:cNvCxnSpPr>
          <p:nvPr/>
        </p:nvCxnSpPr>
        <p:spPr>
          <a:xfrm>
            <a:off x="6184750" y="2629500"/>
            <a:ext cx="1593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1351" name="Shape 1351"/>
        <p:cNvGrpSpPr/>
        <p:nvPr/>
      </p:nvGrpSpPr>
      <p:grpSpPr>
        <a:xfrm>
          <a:off x="0" y="0"/>
          <a:ext cx="0" cy="0"/>
          <a:chOff x="0" y="0"/>
          <a:chExt cx="0" cy="0"/>
        </a:xfrm>
      </p:grpSpPr>
      <p:sp>
        <p:nvSpPr>
          <p:cNvPr id="1352" name="Google Shape;1352;p154"/>
          <p:cNvSpPr txBox="1"/>
          <p:nvPr>
            <p:ph type="title"/>
          </p:nvPr>
        </p:nvSpPr>
        <p:spPr>
          <a:xfrm>
            <a:off x="311700" y="216425"/>
            <a:ext cx="8520600" cy="572700"/>
          </a:xfrm>
          <a:prstGeom prst="rect">
            <a:avLst/>
          </a:prstGeom>
          <a:solidFill>
            <a:srgbClr val="CFE2F3"/>
          </a:solid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Decoding the Keras Code</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5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Going Over Deep Learning in Practice</a:t>
            </a:r>
            <a:endParaRPr sz="2500"/>
          </a:p>
        </p:txBody>
      </p:sp>
      <p:sp>
        <p:nvSpPr>
          <p:cNvPr id="1358" name="Google Shape;1358;p155"/>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Reviewing the </a:t>
            </a:r>
            <a:r>
              <a:rPr lang="en" u="sng">
                <a:solidFill>
                  <a:schemeClr val="hlink"/>
                </a:solidFill>
                <a:hlinkClick r:id="rId3"/>
              </a:rPr>
              <a:t>MNIST Keras Example</a:t>
            </a:r>
            <a:endParaRPr/>
          </a:p>
        </p:txBody>
      </p:sp>
      <p:pic>
        <p:nvPicPr>
          <p:cNvPr id="1359" name="Google Shape;1359;p155"/>
          <p:cNvPicPr preferRelativeResize="0"/>
          <p:nvPr/>
        </p:nvPicPr>
        <p:blipFill rotWithShape="1">
          <a:blip r:embed="rId4">
            <a:alphaModFix/>
          </a:blip>
          <a:srcRect b="0" l="0" r="0" t="14104"/>
          <a:stretch/>
        </p:blipFill>
        <p:spPr>
          <a:xfrm>
            <a:off x="1354700" y="1293325"/>
            <a:ext cx="6434601" cy="1278425"/>
          </a:xfrm>
          <a:prstGeom prst="rect">
            <a:avLst/>
          </a:prstGeom>
          <a:noFill/>
          <a:ln>
            <a:noFill/>
          </a:ln>
        </p:spPr>
      </p:pic>
      <p:sp>
        <p:nvSpPr>
          <p:cNvPr id="1360" name="Google Shape;1360;p155"/>
          <p:cNvSpPr/>
          <p:nvPr/>
        </p:nvSpPr>
        <p:spPr>
          <a:xfrm>
            <a:off x="3094200" y="3120850"/>
            <a:ext cx="2955600" cy="56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Deep Learning Model</a:t>
            </a:r>
            <a:endParaRPr b="0" i="0" sz="1400" u="none" cap="none" strike="noStrike">
              <a:solidFill>
                <a:srgbClr val="000000"/>
              </a:solidFill>
              <a:latin typeface="Arial"/>
              <a:ea typeface="Arial"/>
              <a:cs typeface="Arial"/>
              <a:sym typeface="Arial"/>
            </a:endParaRPr>
          </a:p>
        </p:txBody>
      </p:sp>
      <p:pic>
        <p:nvPicPr>
          <p:cNvPr id="1361" name="Google Shape;1361;p155"/>
          <p:cNvPicPr preferRelativeResize="0"/>
          <p:nvPr/>
        </p:nvPicPr>
        <p:blipFill rotWithShape="1">
          <a:blip r:embed="rId4">
            <a:alphaModFix/>
          </a:blip>
          <a:srcRect b="86573" l="0" r="0" t="0"/>
          <a:stretch/>
        </p:blipFill>
        <p:spPr>
          <a:xfrm>
            <a:off x="1354700" y="4369025"/>
            <a:ext cx="6434601" cy="199825"/>
          </a:xfrm>
          <a:prstGeom prst="rect">
            <a:avLst/>
          </a:prstGeom>
          <a:noFill/>
          <a:ln>
            <a:noFill/>
          </a:ln>
        </p:spPr>
      </p:pic>
      <p:sp>
        <p:nvSpPr>
          <p:cNvPr id="1362" name="Google Shape;1362;p155"/>
          <p:cNvSpPr/>
          <p:nvPr/>
        </p:nvSpPr>
        <p:spPr>
          <a:xfrm>
            <a:off x="3998900" y="2680425"/>
            <a:ext cx="1115700" cy="264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55"/>
          <p:cNvSpPr/>
          <p:nvPr/>
        </p:nvSpPr>
        <p:spPr>
          <a:xfrm>
            <a:off x="3998900" y="3864875"/>
            <a:ext cx="1115700" cy="264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15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Setting up</a:t>
            </a:r>
            <a:endParaRPr sz="2500"/>
          </a:p>
        </p:txBody>
      </p:sp>
      <p:pic>
        <p:nvPicPr>
          <p:cNvPr id="1369" name="Google Shape;1369;p156"/>
          <p:cNvPicPr preferRelativeResize="0"/>
          <p:nvPr/>
        </p:nvPicPr>
        <p:blipFill rotWithShape="1">
          <a:blip r:embed="rId3">
            <a:alphaModFix/>
          </a:blip>
          <a:srcRect b="0" l="0" r="0" t="0"/>
          <a:stretch/>
        </p:blipFill>
        <p:spPr>
          <a:xfrm>
            <a:off x="1315752" y="596650"/>
            <a:ext cx="6512500" cy="44882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5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Importing a framework</a:t>
            </a:r>
            <a:endParaRPr sz="2500"/>
          </a:p>
        </p:txBody>
      </p:sp>
      <p:pic>
        <p:nvPicPr>
          <p:cNvPr id="1375" name="Google Shape;1375;p157"/>
          <p:cNvPicPr preferRelativeResize="0"/>
          <p:nvPr/>
        </p:nvPicPr>
        <p:blipFill rotWithShape="1">
          <a:blip r:embed="rId3">
            <a:alphaModFix/>
          </a:blip>
          <a:srcRect b="0" l="0" r="0" t="0"/>
          <a:stretch/>
        </p:blipFill>
        <p:spPr>
          <a:xfrm>
            <a:off x="1315752" y="596650"/>
            <a:ext cx="6512500" cy="4488200"/>
          </a:xfrm>
          <a:prstGeom prst="rect">
            <a:avLst/>
          </a:prstGeom>
          <a:noFill/>
          <a:ln>
            <a:noFill/>
          </a:ln>
        </p:spPr>
      </p:pic>
      <p:sp>
        <p:nvSpPr>
          <p:cNvPr id="1376" name="Google Shape;1376;p157"/>
          <p:cNvSpPr/>
          <p:nvPr/>
        </p:nvSpPr>
        <p:spPr>
          <a:xfrm>
            <a:off x="536075" y="532325"/>
            <a:ext cx="7737000" cy="8403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58"/>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The Many Deep Learning Frameworks</a:t>
            </a:r>
            <a:endParaRPr sz="2500"/>
          </a:p>
        </p:txBody>
      </p:sp>
      <p:pic>
        <p:nvPicPr>
          <p:cNvPr id="1382" name="Google Shape;1382;p158"/>
          <p:cNvPicPr preferRelativeResize="0"/>
          <p:nvPr/>
        </p:nvPicPr>
        <p:blipFill rotWithShape="1">
          <a:blip r:embed="rId3">
            <a:alphaModFix/>
          </a:blip>
          <a:srcRect b="11676" l="0" r="0" t="0"/>
          <a:stretch/>
        </p:blipFill>
        <p:spPr>
          <a:xfrm>
            <a:off x="152400" y="546000"/>
            <a:ext cx="1905000" cy="1076824"/>
          </a:xfrm>
          <a:prstGeom prst="rect">
            <a:avLst/>
          </a:prstGeom>
          <a:noFill/>
          <a:ln>
            <a:noFill/>
          </a:ln>
        </p:spPr>
      </p:pic>
      <p:pic>
        <p:nvPicPr>
          <p:cNvPr id="1383" name="Google Shape;1383;p158"/>
          <p:cNvPicPr preferRelativeResize="0"/>
          <p:nvPr/>
        </p:nvPicPr>
        <p:blipFill rotWithShape="1">
          <a:blip r:embed="rId4">
            <a:alphaModFix/>
          </a:blip>
          <a:srcRect b="0" l="0" r="0" t="0"/>
          <a:stretch/>
        </p:blipFill>
        <p:spPr>
          <a:xfrm>
            <a:off x="2209800" y="545998"/>
            <a:ext cx="1615226" cy="1076825"/>
          </a:xfrm>
          <a:prstGeom prst="rect">
            <a:avLst/>
          </a:prstGeom>
          <a:noFill/>
          <a:ln>
            <a:noFill/>
          </a:ln>
        </p:spPr>
      </p:pic>
      <p:pic>
        <p:nvPicPr>
          <p:cNvPr id="1384" name="Google Shape;1384;p158"/>
          <p:cNvPicPr preferRelativeResize="0"/>
          <p:nvPr/>
        </p:nvPicPr>
        <p:blipFill rotWithShape="1">
          <a:blip r:embed="rId5">
            <a:alphaModFix/>
          </a:blip>
          <a:srcRect b="0" l="0" r="0" t="0"/>
          <a:stretch/>
        </p:blipFill>
        <p:spPr>
          <a:xfrm>
            <a:off x="4180818" y="546000"/>
            <a:ext cx="1538331" cy="1076825"/>
          </a:xfrm>
          <a:prstGeom prst="rect">
            <a:avLst/>
          </a:prstGeom>
          <a:noFill/>
          <a:ln>
            <a:noFill/>
          </a:ln>
        </p:spPr>
      </p:pic>
      <p:pic>
        <p:nvPicPr>
          <p:cNvPr id="1385" name="Google Shape;1385;p158"/>
          <p:cNvPicPr preferRelativeResize="0"/>
          <p:nvPr/>
        </p:nvPicPr>
        <p:blipFill rotWithShape="1">
          <a:blip r:embed="rId6">
            <a:alphaModFix/>
          </a:blip>
          <a:srcRect b="0" l="0" r="0" t="0"/>
          <a:stretch/>
        </p:blipFill>
        <p:spPr>
          <a:xfrm>
            <a:off x="5919218" y="546000"/>
            <a:ext cx="3121231" cy="1076825"/>
          </a:xfrm>
          <a:prstGeom prst="rect">
            <a:avLst/>
          </a:prstGeom>
          <a:noFill/>
          <a:ln>
            <a:noFill/>
          </a:ln>
        </p:spPr>
      </p:pic>
      <p:pic>
        <p:nvPicPr>
          <p:cNvPr id="1386" name="Google Shape;1386;p158"/>
          <p:cNvPicPr preferRelativeResize="0"/>
          <p:nvPr/>
        </p:nvPicPr>
        <p:blipFill rotWithShape="1">
          <a:blip r:embed="rId7">
            <a:alphaModFix/>
          </a:blip>
          <a:srcRect b="0" l="0" r="0" t="0"/>
          <a:stretch/>
        </p:blipFill>
        <p:spPr>
          <a:xfrm>
            <a:off x="152400" y="1949099"/>
            <a:ext cx="2051094" cy="1076824"/>
          </a:xfrm>
          <a:prstGeom prst="rect">
            <a:avLst/>
          </a:prstGeom>
          <a:noFill/>
          <a:ln>
            <a:noFill/>
          </a:ln>
        </p:spPr>
      </p:pic>
      <p:pic>
        <p:nvPicPr>
          <p:cNvPr id="1387" name="Google Shape;1387;p158"/>
          <p:cNvPicPr preferRelativeResize="0"/>
          <p:nvPr/>
        </p:nvPicPr>
        <p:blipFill rotWithShape="1">
          <a:blip r:embed="rId8">
            <a:alphaModFix/>
          </a:blip>
          <a:srcRect b="0" l="0" r="0" t="0"/>
          <a:stretch/>
        </p:blipFill>
        <p:spPr>
          <a:xfrm>
            <a:off x="2719549" y="1949100"/>
            <a:ext cx="1859325" cy="1076825"/>
          </a:xfrm>
          <a:prstGeom prst="rect">
            <a:avLst/>
          </a:prstGeom>
          <a:noFill/>
          <a:ln>
            <a:noFill/>
          </a:ln>
        </p:spPr>
      </p:pic>
      <p:pic>
        <p:nvPicPr>
          <p:cNvPr id="1388" name="Google Shape;1388;p158"/>
          <p:cNvPicPr preferRelativeResize="0"/>
          <p:nvPr/>
        </p:nvPicPr>
        <p:blipFill rotWithShape="1">
          <a:blip r:embed="rId9">
            <a:alphaModFix/>
          </a:blip>
          <a:srcRect b="0" l="0" r="0" t="0"/>
          <a:stretch/>
        </p:blipFill>
        <p:spPr>
          <a:xfrm>
            <a:off x="5094925" y="1949101"/>
            <a:ext cx="3945517" cy="1076825"/>
          </a:xfrm>
          <a:prstGeom prst="rect">
            <a:avLst/>
          </a:prstGeom>
          <a:noFill/>
          <a:ln>
            <a:noFill/>
          </a:ln>
        </p:spPr>
      </p:pic>
      <p:pic>
        <p:nvPicPr>
          <p:cNvPr id="1389" name="Google Shape;1389;p158"/>
          <p:cNvPicPr preferRelativeResize="0"/>
          <p:nvPr/>
        </p:nvPicPr>
        <p:blipFill rotWithShape="1">
          <a:blip r:embed="rId10">
            <a:alphaModFix/>
          </a:blip>
          <a:srcRect b="0" l="0" r="0" t="0"/>
          <a:stretch/>
        </p:blipFill>
        <p:spPr>
          <a:xfrm>
            <a:off x="152400" y="3569524"/>
            <a:ext cx="1076825" cy="1076825"/>
          </a:xfrm>
          <a:prstGeom prst="rect">
            <a:avLst/>
          </a:prstGeom>
          <a:noFill/>
          <a:ln>
            <a:noFill/>
          </a:ln>
        </p:spPr>
      </p:pic>
      <p:pic>
        <p:nvPicPr>
          <p:cNvPr id="1390" name="Google Shape;1390;p158"/>
          <p:cNvPicPr preferRelativeResize="0"/>
          <p:nvPr/>
        </p:nvPicPr>
        <p:blipFill rotWithShape="1">
          <a:blip r:embed="rId11">
            <a:alphaModFix/>
          </a:blip>
          <a:srcRect b="0" l="0" r="0" t="0"/>
          <a:stretch/>
        </p:blipFill>
        <p:spPr>
          <a:xfrm>
            <a:off x="1396825" y="3569524"/>
            <a:ext cx="2892270" cy="1076825"/>
          </a:xfrm>
          <a:prstGeom prst="rect">
            <a:avLst/>
          </a:prstGeom>
          <a:noFill/>
          <a:ln>
            <a:noFill/>
          </a:ln>
        </p:spPr>
      </p:pic>
      <p:pic>
        <p:nvPicPr>
          <p:cNvPr id="1391" name="Google Shape;1391;p158"/>
          <p:cNvPicPr preferRelativeResize="0"/>
          <p:nvPr/>
        </p:nvPicPr>
        <p:blipFill rotWithShape="1">
          <a:blip r:embed="rId12">
            <a:alphaModFix/>
          </a:blip>
          <a:srcRect b="0" l="0" r="0" t="0"/>
          <a:stretch/>
        </p:blipFill>
        <p:spPr>
          <a:xfrm>
            <a:off x="4456698" y="3569537"/>
            <a:ext cx="1230709" cy="1250702"/>
          </a:xfrm>
          <a:prstGeom prst="rect">
            <a:avLst/>
          </a:prstGeom>
          <a:noFill/>
          <a:ln>
            <a:noFill/>
          </a:ln>
        </p:spPr>
      </p:pic>
      <p:pic>
        <p:nvPicPr>
          <p:cNvPr id="1392" name="Google Shape;1392;p158"/>
          <p:cNvPicPr preferRelativeResize="0"/>
          <p:nvPr/>
        </p:nvPicPr>
        <p:blipFill rotWithShape="1">
          <a:blip r:embed="rId13">
            <a:alphaModFix/>
          </a:blip>
          <a:srcRect b="0" l="0" r="0" t="0"/>
          <a:stretch/>
        </p:blipFill>
        <p:spPr>
          <a:xfrm>
            <a:off x="5919225" y="3610925"/>
            <a:ext cx="3121225" cy="994022"/>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5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Setting up data with some preprocessing</a:t>
            </a:r>
            <a:endParaRPr sz="2500"/>
          </a:p>
        </p:txBody>
      </p:sp>
      <p:pic>
        <p:nvPicPr>
          <p:cNvPr id="1398" name="Google Shape;1398;p159"/>
          <p:cNvPicPr preferRelativeResize="0"/>
          <p:nvPr/>
        </p:nvPicPr>
        <p:blipFill rotWithShape="1">
          <a:blip r:embed="rId3">
            <a:alphaModFix/>
          </a:blip>
          <a:srcRect b="0" l="0" r="0" t="0"/>
          <a:stretch/>
        </p:blipFill>
        <p:spPr>
          <a:xfrm>
            <a:off x="1315752" y="596650"/>
            <a:ext cx="6512500" cy="4488200"/>
          </a:xfrm>
          <a:prstGeom prst="rect">
            <a:avLst/>
          </a:prstGeom>
          <a:noFill/>
          <a:ln>
            <a:noFill/>
          </a:ln>
        </p:spPr>
      </p:pic>
      <p:sp>
        <p:nvSpPr>
          <p:cNvPr id="1399" name="Google Shape;1399;p159"/>
          <p:cNvSpPr/>
          <p:nvPr/>
        </p:nvSpPr>
        <p:spPr>
          <a:xfrm>
            <a:off x="536075" y="1370525"/>
            <a:ext cx="7737000" cy="37143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16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Getting data into the right format</a:t>
            </a:r>
            <a:endParaRPr sz="2500"/>
          </a:p>
        </p:txBody>
      </p:sp>
      <p:sp>
        <p:nvSpPr>
          <p:cNvPr id="1405" name="Google Shape;1405;p160"/>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Most often 90% of the job</a:t>
            </a:r>
            <a:br>
              <a:rPr lang="en"/>
            </a:br>
            <a:endParaRPr/>
          </a:p>
          <a:p>
            <a:pPr indent="-342900" lvl="0" marL="457200" rtl="0" algn="l">
              <a:lnSpc>
                <a:spcPct val="115000"/>
              </a:lnSpc>
              <a:spcBef>
                <a:spcPts val="0"/>
              </a:spcBef>
              <a:spcAft>
                <a:spcPts val="0"/>
              </a:spcAft>
              <a:buSzPts val="1800"/>
              <a:buChar char="●"/>
            </a:pPr>
            <a:r>
              <a:rPr lang="en"/>
              <a:t>MNIST has been used over and over, so it’s easy to use (it’s </a:t>
            </a:r>
            <a:r>
              <a:rPr i="1" lang="en"/>
              <a:t>in</a:t>
            </a:r>
            <a:r>
              <a:rPr lang="en"/>
              <a:t> the Tensorflow packages)</a:t>
            </a:r>
            <a:br>
              <a:rPr lang="en"/>
            </a:br>
            <a:endParaRPr/>
          </a:p>
          <a:p>
            <a:pPr indent="-342900" lvl="0" marL="457200" rtl="0" algn="l">
              <a:lnSpc>
                <a:spcPct val="115000"/>
              </a:lnSpc>
              <a:spcBef>
                <a:spcPts val="0"/>
              </a:spcBef>
              <a:spcAft>
                <a:spcPts val="0"/>
              </a:spcAft>
              <a:buSzPts val="1800"/>
              <a:buChar char="●"/>
            </a:pPr>
            <a:r>
              <a:rPr lang="en"/>
              <a:t>Many use offline preprocessing to manipulate and preprocess the data (</a:t>
            </a:r>
            <a:r>
              <a:rPr i="1" lang="en"/>
              <a:t>you</a:t>
            </a:r>
            <a:r>
              <a:rPr lang="en"/>
              <a:t> should be intimately familiar with Map Reduce jobs)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6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Typical Preprocessing</a:t>
            </a:r>
            <a:endParaRPr sz="2500"/>
          </a:p>
        </p:txBody>
      </p:sp>
      <p:sp>
        <p:nvSpPr>
          <p:cNvPr id="1411" name="Google Shape;1411;p161"/>
          <p:cNvSpPr txBox="1"/>
          <p:nvPr>
            <p:ph idx="1" type="body"/>
          </p:nvPr>
        </p:nvSpPr>
        <p:spPr>
          <a:xfrm>
            <a:off x="3013650" y="744225"/>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Resilient Distributed Dataset / DataFrames </a:t>
            </a:r>
            <a:endParaRPr/>
          </a:p>
          <a:p>
            <a:pPr indent="-342900" lvl="0" marL="457200" rtl="0" algn="l">
              <a:lnSpc>
                <a:spcPct val="115000"/>
              </a:lnSpc>
              <a:spcBef>
                <a:spcPts val="0"/>
              </a:spcBef>
              <a:spcAft>
                <a:spcPts val="0"/>
              </a:spcAft>
              <a:buSzPts val="1800"/>
              <a:buChar char="●"/>
            </a:pPr>
            <a:r>
              <a:rPr lang="en"/>
              <a:t>Scala, Python, SQL, Java, R</a:t>
            </a:r>
            <a:endParaRPr/>
          </a:p>
          <a:p>
            <a:pPr indent="-342900" lvl="0" marL="457200" rtl="0" algn="l">
              <a:lnSpc>
                <a:spcPct val="115000"/>
              </a:lnSpc>
              <a:spcBef>
                <a:spcPts val="0"/>
              </a:spcBef>
              <a:spcAft>
                <a:spcPts val="0"/>
              </a:spcAft>
              <a:buSzPts val="1800"/>
              <a:buChar char="●"/>
            </a:pPr>
            <a:r>
              <a:rPr lang="en"/>
              <a:t>Orthogonal interface with existing services</a:t>
            </a:r>
            <a:endParaRPr/>
          </a:p>
          <a:p>
            <a:pPr indent="-342900" lvl="0" marL="457200" rtl="0" algn="l">
              <a:lnSpc>
                <a:spcPct val="115000"/>
              </a:lnSpc>
              <a:spcBef>
                <a:spcPts val="0"/>
              </a:spcBef>
              <a:spcAft>
                <a:spcPts val="0"/>
              </a:spcAft>
              <a:buSzPts val="1800"/>
              <a:buChar char="●"/>
            </a:pPr>
            <a:r>
              <a:rPr lang="en"/>
              <a:t>More Pandas-like and analysis driven</a:t>
            </a:r>
            <a:endParaRPr/>
          </a:p>
        </p:txBody>
      </p:sp>
      <p:pic>
        <p:nvPicPr>
          <p:cNvPr id="1412" name="Google Shape;1412;p161"/>
          <p:cNvPicPr preferRelativeResize="0"/>
          <p:nvPr/>
        </p:nvPicPr>
        <p:blipFill rotWithShape="1">
          <a:blip r:embed="rId3">
            <a:alphaModFix/>
          </a:blip>
          <a:srcRect b="0" l="0" r="0" t="0"/>
          <a:stretch/>
        </p:blipFill>
        <p:spPr>
          <a:xfrm>
            <a:off x="108950" y="858150"/>
            <a:ext cx="2745351" cy="1425299"/>
          </a:xfrm>
          <a:prstGeom prst="rect">
            <a:avLst/>
          </a:prstGeom>
          <a:noFill/>
          <a:ln>
            <a:noFill/>
          </a:ln>
        </p:spPr>
      </p:pic>
      <p:pic>
        <p:nvPicPr>
          <p:cNvPr id="1413" name="Google Shape;1413;p161"/>
          <p:cNvPicPr preferRelativeResize="0"/>
          <p:nvPr/>
        </p:nvPicPr>
        <p:blipFill rotWithShape="1">
          <a:blip r:embed="rId4">
            <a:alphaModFix/>
          </a:blip>
          <a:srcRect b="0" l="0" r="0" t="0"/>
          <a:stretch/>
        </p:blipFill>
        <p:spPr>
          <a:xfrm>
            <a:off x="536375" y="2825325"/>
            <a:ext cx="1890500" cy="1890500"/>
          </a:xfrm>
          <a:prstGeom prst="rect">
            <a:avLst/>
          </a:prstGeom>
          <a:noFill/>
          <a:ln>
            <a:noFill/>
          </a:ln>
        </p:spPr>
      </p:pic>
      <p:sp>
        <p:nvSpPr>
          <p:cNvPr id="1414" name="Google Shape;1414;p161"/>
          <p:cNvSpPr txBox="1"/>
          <p:nvPr>
            <p:ph idx="1" type="body"/>
          </p:nvPr>
        </p:nvSpPr>
        <p:spPr>
          <a:xfrm>
            <a:off x="3013650" y="2936125"/>
            <a:ext cx="5818500" cy="1890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PCollections / PTable / PSequence</a:t>
            </a:r>
            <a:endParaRPr/>
          </a:p>
          <a:p>
            <a:pPr indent="-342900" lvl="0" marL="457200" rtl="0" algn="l">
              <a:lnSpc>
                <a:spcPct val="115000"/>
              </a:lnSpc>
              <a:spcBef>
                <a:spcPts val="0"/>
              </a:spcBef>
              <a:spcAft>
                <a:spcPts val="0"/>
              </a:spcAft>
              <a:buSzPts val="1800"/>
              <a:buChar char="●"/>
            </a:pPr>
            <a:r>
              <a:rPr lang="en"/>
              <a:t>C++, Python, Java, Typescript SDKs </a:t>
            </a:r>
            <a:endParaRPr/>
          </a:p>
          <a:p>
            <a:pPr indent="-342900" lvl="0" marL="457200" rtl="0" algn="l">
              <a:lnSpc>
                <a:spcPct val="115000"/>
              </a:lnSpc>
              <a:spcBef>
                <a:spcPts val="0"/>
              </a:spcBef>
              <a:spcAft>
                <a:spcPts val="0"/>
              </a:spcAft>
              <a:buSzPts val="1800"/>
              <a:buChar char="●"/>
            </a:pPr>
            <a:r>
              <a:rPr lang="en"/>
              <a:t>Integrates well with serving infrastructure</a:t>
            </a:r>
            <a:endParaRPr/>
          </a:p>
          <a:p>
            <a:pPr indent="-342900" lvl="0" marL="457200" rtl="0" algn="l">
              <a:lnSpc>
                <a:spcPct val="115000"/>
              </a:lnSpc>
              <a:spcBef>
                <a:spcPts val="0"/>
              </a:spcBef>
              <a:spcAft>
                <a:spcPts val="0"/>
              </a:spcAft>
              <a:buSzPts val="1800"/>
              <a:buChar char="●"/>
            </a:pPr>
            <a:r>
              <a:rPr lang="en"/>
              <a:t>More Machine-learning and pipeline driven</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6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Input Batches Have Fixed Dimensionality</a:t>
            </a:r>
            <a:endParaRPr sz="2500"/>
          </a:p>
        </p:txBody>
      </p:sp>
      <p:sp>
        <p:nvSpPr>
          <p:cNvPr id="1420" name="Google Shape;1420;p162"/>
          <p:cNvSpPr/>
          <p:nvPr/>
        </p:nvSpPr>
        <p:spPr>
          <a:xfrm>
            <a:off x="3782400" y="1809750"/>
            <a:ext cx="1579200" cy="1390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Deep Network</a:t>
            </a:r>
            <a:endParaRPr b="0" i="0" sz="1400" u="none" cap="none" strike="noStrike">
              <a:solidFill>
                <a:srgbClr val="000000"/>
              </a:solidFill>
              <a:latin typeface="Arial"/>
              <a:ea typeface="Arial"/>
              <a:cs typeface="Arial"/>
              <a:sym typeface="Arial"/>
            </a:endParaRPr>
          </a:p>
        </p:txBody>
      </p:sp>
      <p:graphicFrame>
        <p:nvGraphicFramePr>
          <p:cNvPr id="1421" name="Google Shape;1421;p162"/>
          <p:cNvGraphicFramePr/>
          <p:nvPr/>
        </p:nvGraphicFramePr>
        <p:xfrm>
          <a:off x="3399550" y="1743150"/>
          <a:ext cx="3000000" cy="3000000"/>
        </p:xfrm>
        <a:graphic>
          <a:graphicData uri="http://schemas.openxmlformats.org/drawingml/2006/table">
            <a:tbl>
              <a:tblPr>
                <a:noFill/>
                <a:tableStyleId>{AE0427E0-11CC-486F-B924-43A07F862133}</a:tableStyleId>
              </a:tblPr>
              <a:tblGrid>
                <a:gridCol w="3828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1422" name="Google Shape;1422;p162"/>
          <p:cNvGraphicFramePr/>
          <p:nvPr/>
        </p:nvGraphicFramePr>
        <p:xfrm>
          <a:off x="5361600" y="2124150"/>
          <a:ext cx="3000000" cy="3000000"/>
        </p:xfrm>
        <a:graphic>
          <a:graphicData uri="http://schemas.openxmlformats.org/drawingml/2006/table">
            <a:tbl>
              <a:tblPr>
                <a:noFill/>
                <a:tableStyleId>{AE0427E0-11CC-486F-B924-43A07F862133}</a:tableStyleId>
              </a:tblPr>
              <a:tblGrid>
                <a:gridCol w="3828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423" name="Google Shape;1423;p162"/>
          <p:cNvSpPr/>
          <p:nvPr/>
        </p:nvSpPr>
        <p:spPr>
          <a:xfrm>
            <a:off x="2336275" y="2170500"/>
            <a:ext cx="983700" cy="669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62"/>
          <p:cNvSpPr/>
          <p:nvPr/>
        </p:nvSpPr>
        <p:spPr>
          <a:xfrm>
            <a:off x="5824025" y="2170500"/>
            <a:ext cx="983700" cy="669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62"/>
          <p:cNvSpPr txBox="1"/>
          <p:nvPr/>
        </p:nvSpPr>
        <p:spPr>
          <a:xfrm>
            <a:off x="64925" y="2321950"/>
            <a:ext cx="759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Input</a:t>
            </a:r>
            <a:endParaRPr b="0" i="0" sz="1400" u="none" cap="none" strike="noStrike">
              <a:solidFill>
                <a:srgbClr val="000000"/>
              </a:solidFill>
              <a:latin typeface="Arial"/>
              <a:ea typeface="Arial"/>
              <a:cs typeface="Arial"/>
              <a:sym typeface="Arial"/>
            </a:endParaRPr>
          </a:p>
        </p:txBody>
      </p:sp>
      <p:sp>
        <p:nvSpPr>
          <p:cNvPr id="1426" name="Google Shape;1426;p162"/>
          <p:cNvSpPr txBox="1"/>
          <p:nvPr/>
        </p:nvSpPr>
        <p:spPr>
          <a:xfrm>
            <a:off x="8319475" y="2295450"/>
            <a:ext cx="759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Labels</a:t>
            </a:r>
            <a:endParaRPr b="0" i="0" sz="1400" u="none" cap="none" strike="noStrike">
              <a:solidFill>
                <a:srgbClr val="000000"/>
              </a:solidFill>
              <a:latin typeface="Arial"/>
              <a:ea typeface="Arial"/>
              <a:cs typeface="Arial"/>
              <a:sym typeface="Arial"/>
            </a:endParaRPr>
          </a:p>
        </p:txBody>
      </p:sp>
      <p:graphicFrame>
        <p:nvGraphicFramePr>
          <p:cNvPr id="1427" name="Google Shape;1427;p162"/>
          <p:cNvGraphicFramePr/>
          <p:nvPr/>
        </p:nvGraphicFramePr>
        <p:xfrm>
          <a:off x="706175" y="1760050"/>
          <a:ext cx="3000000" cy="3000000"/>
        </p:xfrm>
        <a:graphic>
          <a:graphicData uri="http://schemas.openxmlformats.org/drawingml/2006/table">
            <a:tbl>
              <a:tblPr>
                <a:noFill/>
                <a:tableStyleId>{AE0427E0-11CC-486F-B924-43A07F862133}</a:tableStyleId>
              </a:tblPr>
              <a:tblGrid>
                <a:gridCol w="412450"/>
                <a:gridCol w="412450"/>
                <a:gridCol w="4124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2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2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2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2CC"/>
                    </a:solidFill>
                  </a:tcPr>
                </a:tc>
              </a:tr>
            </a:tbl>
          </a:graphicData>
        </a:graphic>
      </p:graphicFrame>
      <p:graphicFrame>
        <p:nvGraphicFramePr>
          <p:cNvPr id="1428" name="Google Shape;1428;p162"/>
          <p:cNvGraphicFramePr/>
          <p:nvPr/>
        </p:nvGraphicFramePr>
        <p:xfrm>
          <a:off x="7141725" y="2114550"/>
          <a:ext cx="3000000" cy="3000000"/>
        </p:xfrm>
        <a:graphic>
          <a:graphicData uri="http://schemas.openxmlformats.org/drawingml/2006/table">
            <a:tbl>
              <a:tblPr>
                <a:noFill/>
                <a:tableStyleId>{AE0427E0-11CC-486F-B924-43A07F862133}</a:tableStyleId>
              </a:tblPr>
              <a:tblGrid>
                <a:gridCol w="382850"/>
                <a:gridCol w="382850"/>
                <a:gridCol w="3828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2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2CC"/>
                    </a:solid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6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Except When They Don’t</a:t>
            </a:r>
            <a:endParaRPr sz="2500"/>
          </a:p>
        </p:txBody>
      </p:sp>
      <p:sp>
        <p:nvSpPr>
          <p:cNvPr id="1434" name="Google Shape;1434;p163"/>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Convolutional Neural Networks &amp; Recurrent Neural Networks</a:t>
            </a:r>
            <a:endParaRPr b="1" i="1"/>
          </a:p>
        </p:txBody>
      </p:sp>
      <p:graphicFrame>
        <p:nvGraphicFramePr>
          <p:cNvPr id="1435" name="Google Shape;1435;p163"/>
          <p:cNvGraphicFramePr/>
          <p:nvPr/>
        </p:nvGraphicFramePr>
        <p:xfrm>
          <a:off x="526150" y="4415050"/>
          <a:ext cx="3000000" cy="3000000"/>
        </p:xfrm>
        <a:graphic>
          <a:graphicData uri="http://schemas.openxmlformats.org/drawingml/2006/table">
            <a:tbl>
              <a:tblPr>
                <a:noFill/>
                <a:tableStyleId>{AE0427E0-11CC-486F-B924-43A07F862133}</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436" name="Google Shape;1436;p163"/>
          <p:cNvSpPr/>
          <p:nvPr/>
        </p:nvSpPr>
        <p:spPr>
          <a:xfrm>
            <a:off x="492625" y="2362725"/>
            <a:ext cx="1579200" cy="1390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Deep Network</a:t>
            </a:r>
            <a:endParaRPr b="0" i="0" sz="1400" u="none" cap="none" strike="noStrike">
              <a:solidFill>
                <a:srgbClr val="000000"/>
              </a:solidFill>
              <a:latin typeface="Arial"/>
              <a:ea typeface="Arial"/>
              <a:cs typeface="Arial"/>
              <a:sym typeface="Arial"/>
            </a:endParaRPr>
          </a:p>
        </p:txBody>
      </p:sp>
      <p:sp>
        <p:nvSpPr>
          <p:cNvPr id="1437" name="Google Shape;1437;p163"/>
          <p:cNvSpPr/>
          <p:nvPr/>
        </p:nvSpPr>
        <p:spPr>
          <a:xfrm>
            <a:off x="2158800" y="2781800"/>
            <a:ext cx="985200" cy="427500"/>
          </a:xfrm>
          <a:prstGeom prst="right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438" name="Google Shape;1438;p163"/>
          <p:cNvGraphicFramePr/>
          <p:nvPr/>
        </p:nvGraphicFramePr>
        <p:xfrm>
          <a:off x="899375" y="1314950"/>
          <a:ext cx="3000000" cy="3000000"/>
        </p:xfrm>
        <a:graphic>
          <a:graphicData uri="http://schemas.openxmlformats.org/drawingml/2006/table">
            <a:tbl>
              <a:tblPr>
                <a:noFill/>
                <a:tableStyleId>{AE0427E0-11CC-486F-B924-43A07F862133}</a:tableStyleId>
              </a:tblPr>
              <a:tblGrid>
                <a:gridCol w="382850"/>
                <a:gridCol w="382850"/>
              </a:tblGrid>
              <a:tr h="29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439" name="Google Shape;1439;p163"/>
          <p:cNvSpPr/>
          <p:nvPr/>
        </p:nvSpPr>
        <p:spPr>
          <a:xfrm>
            <a:off x="899425" y="1874063"/>
            <a:ext cx="765600" cy="3810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63"/>
          <p:cNvSpPr/>
          <p:nvPr/>
        </p:nvSpPr>
        <p:spPr>
          <a:xfrm>
            <a:off x="899425" y="3855263"/>
            <a:ext cx="765600" cy="3810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163"/>
          <p:cNvSpPr txBox="1"/>
          <p:nvPr/>
        </p:nvSpPr>
        <p:spPr>
          <a:xfrm>
            <a:off x="6983575" y="3955425"/>
            <a:ext cx="163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Stream of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64"/>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Except When They Don’t</a:t>
            </a:r>
            <a:endParaRPr sz="2500"/>
          </a:p>
        </p:txBody>
      </p:sp>
      <p:sp>
        <p:nvSpPr>
          <p:cNvPr id="1447" name="Google Shape;1447;p164"/>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Convolutional Neural Networks &amp; Recurrent Neural Networks</a:t>
            </a:r>
            <a:endParaRPr b="1" i="1"/>
          </a:p>
        </p:txBody>
      </p:sp>
      <p:graphicFrame>
        <p:nvGraphicFramePr>
          <p:cNvPr id="1448" name="Google Shape;1448;p164"/>
          <p:cNvGraphicFramePr/>
          <p:nvPr/>
        </p:nvGraphicFramePr>
        <p:xfrm>
          <a:off x="526150" y="4415050"/>
          <a:ext cx="3000000" cy="3000000"/>
        </p:xfrm>
        <a:graphic>
          <a:graphicData uri="http://schemas.openxmlformats.org/drawingml/2006/table">
            <a:tbl>
              <a:tblPr>
                <a:noFill/>
                <a:tableStyleId>{AE0427E0-11CC-486F-B924-43A07F862133}</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449" name="Google Shape;1449;p164"/>
          <p:cNvSpPr/>
          <p:nvPr/>
        </p:nvSpPr>
        <p:spPr>
          <a:xfrm>
            <a:off x="1711825" y="2362725"/>
            <a:ext cx="1579200" cy="1390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Deep Network</a:t>
            </a:r>
            <a:endParaRPr b="0" i="0" sz="1400" u="none" cap="none" strike="noStrike">
              <a:solidFill>
                <a:srgbClr val="000000"/>
              </a:solidFill>
              <a:latin typeface="Arial"/>
              <a:ea typeface="Arial"/>
              <a:cs typeface="Arial"/>
              <a:sym typeface="Arial"/>
            </a:endParaRPr>
          </a:p>
        </p:txBody>
      </p:sp>
      <p:sp>
        <p:nvSpPr>
          <p:cNvPr id="1450" name="Google Shape;1450;p164"/>
          <p:cNvSpPr/>
          <p:nvPr/>
        </p:nvSpPr>
        <p:spPr>
          <a:xfrm>
            <a:off x="3378000" y="2781800"/>
            <a:ext cx="985200" cy="427500"/>
          </a:xfrm>
          <a:prstGeom prst="right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451" name="Google Shape;1451;p164"/>
          <p:cNvGraphicFramePr/>
          <p:nvPr/>
        </p:nvGraphicFramePr>
        <p:xfrm>
          <a:off x="2118575" y="1314950"/>
          <a:ext cx="3000000" cy="3000000"/>
        </p:xfrm>
        <a:graphic>
          <a:graphicData uri="http://schemas.openxmlformats.org/drawingml/2006/table">
            <a:tbl>
              <a:tblPr>
                <a:noFill/>
                <a:tableStyleId>{AE0427E0-11CC-486F-B924-43A07F862133}</a:tableStyleId>
              </a:tblPr>
              <a:tblGrid>
                <a:gridCol w="382850"/>
                <a:gridCol w="382850"/>
              </a:tblGrid>
              <a:tr h="29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452" name="Google Shape;1452;p164"/>
          <p:cNvSpPr/>
          <p:nvPr/>
        </p:nvSpPr>
        <p:spPr>
          <a:xfrm>
            <a:off x="2118625" y="1874063"/>
            <a:ext cx="765600" cy="3810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164"/>
          <p:cNvSpPr/>
          <p:nvPr/>
        </p:nvSpPr>
        <p:spPr>
          <a:xfrm>
            <a:off x="2118625" y="3855263"/>
            <a:ext cx="765600" cy="3810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164"/>
          <p:cNvSpPr txBox="1"/>
          <p:nvPr/>
        </p:nvSpPr>
        <p:spPr>
          <a:xfrm>
            <a:off x="6983575" y="3955425"/>
            <a:ext cx="163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Stream of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65"/>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Except When They Don’t</a:t>
            </a:r>
            <a:endParaRPr sz="2500"/>
          </a:p>
        </p:txBody>
      </p:sp>
      <p:sp>
        <p:nvSpPr>
          <p:cNvPr id="1460" name="Google Shape;1460;p165"/>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Convolutional Neural Networks &amp; Recurrent Neural Networks</a:t>
            </a:r>
            <a:endParaRPr b="1" i="1"/>
          </a:p>
        </p:txBody>
      </p:sp>
      <p:graphicFrame>
        <p:nvGraphicFramePr>
          <p:cNvPr id="1461" name="Google Shape;1461;p165"/>
          <p:cNvGraphicFramePr/>
          <p:nvPr/>
        </p:nvGraphicFramePr>
        <p:xfrm>
          <a:off x="526150" y="4415050"/>
          <a:ext cx="3000000" cy="3000000"/>
        </p:xfrm>
        <a:graphic>
          <a:graphicData uri="http://schemas.openxmlformats.org/drawingml/2006/table">
            <a:tbl>
              <a:tblPr>
                <a:noFill/>
                <a:tableStyleId>{AE0427E0-11CC-486F-B924-43A07F862133}</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462" name="Google Shape;1462;p165"/>
          <p:cNvSpPr/>
          <p:nvPr/>
        </p:nvSpPr>
        <p:spPr>
          <a:xfrm>
            <a:off x="2931025" y="2362725"/>
            <a:ext cx="1579200" cy="1390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Deep Network</a:t>
            </a:r>
            <a:endParaRPr b="0" i="0" sz="1400" u="none" cap="none" strike="noStrike">
              <a:solidFill>
                <a:srgbClr val="000000"/>
              </a:solidFill>
              <a:latin typeface="Arial"/>
              <a:ea typeface="Arial"/>
              <a:cs typeface="Arial"/>
              <a:sym typeface="Arial"/>
            </a:endParaRPr>
          </a:p>
        </p:txBody>
      </p:sp>
      <p:sp>
        <p:nvSpPr>
          <p:cNvPr id="1463" name="Google Shape;1463;p165"/>
          <p:cNvSpPr/>
          <p:nvPr/>
        </p:nvSpPr>
        <p:spPr>
          <a:xfrm>
            <a:off x="4597200" y="2781800"/>
            <a:ext cx="985200" cy="427500"/>
          </a:xfrm>
          <a:prstGeom prst="right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464" name="Google Shape;1464;p165"/>
          <p:cNvGraphicFramePr/>
          <p:nvPr/>
        </p:nvGraphicFramePr>
        <p:xfrm>
          <a:off x="3337775" y="1314950"/>
          <a:ext cx="3000000" cy="3000000"/>
        </p:xfrm>
        <a:graphic>
          <a:graphicData uri="http://schemas.openxmlformats.org/drawingml/2006/table">
            <a:tbl>
              <a:tblPr>
                <a:noFill/>
                <a:tableStyleId>{AE0427E0-11CC-486F-B924-43A07F862133}</a:tableStyleId>
              </a:tblPr>
              <a:tblGrid>
                <a:gridCol w="382850"/>
                <a:gridCol w="382850"/>
              </a:tblGrid>
              <a:tr h="29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465" name="Google Shape;1465;p165"/>
          <p:cNvSpPr/>
          <p:nvPr/>
        </p:nvSpPr>
        <p:spPr>
          <a:xfrm>
            <a:off x="3337825" y="1874063"/>
            <a:ext cx="765600" cy="3810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165"/>
          <p:cNvSpPr/>
          <p:nvPr/>
        </p:nvSpPr>
        <p:spPr>
          <a:xfrm>
            <a:off x="3337825" y="3855263"/>
            <a:ext cx="765600" cy="3810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165"/>
          <p:cNvSpPr txBox="1"/>
          <p:nvPr/>
        </p:nvSpPr>
        <p:spPr>
          <a:xfrm>
            <a:off x="6983575" y="3955425"/>
            <a:ext cx="163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Stream of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66"/>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80"/>
              <a:t>Dimensions of it all</a:t>
            </a:r>
            <a:endParaRPr sz="2480"/>
          </a:p>
        </p:txBody>
      </p:sp>
      <p:sp>
        <p:nvSpPr>
          <p:cNvPr id="1473" name="Google Shape;1473;p166"/>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Images: </a:t>
            </a:r>
            <a:r>
              <a:rPr i="1" lang="en"/>
              <a:t>width</a:t>
            </a:r>
            <a:r>
              <a:rPr lang="en"/>
              <a:t> x </a:t>
            </a:r>
            <a:r>
              <a:rPr i="1" lang="en"/>
              <a:t>height</a:t>
            </a:r>
            <a:r>
              <a:rPr lang="en"/>
              <a:t> x </a:t>
            </a:r>
            <a:r>
              <a:rPr i="1" lang="en"/>
              <a:t>depth</a:t>
            </a:r>
            <a:r>
              <a:rPr lang="en"/>
              <a:t> x </a:t>
            </a:r>
            <a:r>
              <a:rPr i="1" lang="en"/>
              <a:t>batch size</a:t>
            </a:r>
            <a:endParaRPr i="1"/>
          </a:p>
          <a:p>
            <a:pPr indent="-342900" lvl="0" marL="457200" rtl="0" algn="l">
              <a:lnSpc>
                <a:spcPct val="115000"/>
              </a:lnSpc>
              <a:spcBef>
                <a:spcPts val="0"/>
              </a:spcBef>
              <a:spcAft>
                <a:spcPts val="0"/>
              </a:spcAft>
              <a:buSzPts val="1800"/>
              <a:buChar char="●"/>
            </a:pPr>
            <a:r>
              <a:rPr lang="en"/>
              <a:t>Text: </a:t>
            </a:r>
            <a:r>
              <a:rPr i="1" lang="en"/>
              <a:t>vocab encoding size</a:t>
            </a:r>
            <a:r>
              <a:rPr lang="en"/>
              <a:t> x </a:t>
            </a:r>
            <a:r>
              <a:rPr i="1" lang="en"/>
              <a:t>window width</a:t>
            </a:r>
            <a:r>
              <a:rPr lang="en"/>
              <a:t> x </a:t>
            </a:r>
            <a:r>
              <a:rPr i="1" lang="en"/>
              <a:t>batch size</a:t>
            </a:r>
            <a:endParaRPr/>
          </a:p>
          <a:p>
            <a:pPr indent="-342900" lvl="0" marL="457200" rtl="0" algn="l">
              <a:lnSpc>
                <a:spcPct val="115000"/>
              </a:lnSpc>
              <a:spcBef>
                <a:spcPts val="0"/>
              </a:spcBef>
              <a:spcAft>
                <a:spcPts val="0"/>
              </a:spcAft>
              <a:buSzPts val="1800"/>
              <a:buChar char="●"/>
            </a:pPr>
            <a:r>
              <a:rPr lang="en"/>
              <a:t>Time Series: </a:t>
            </a:r>
            <a:r>
              <a:rPr i="1" lang="en"/>
              <a:t>window width</a:t>
            </a:r>
            <a:r>
              <a:rPr lang="en"/>
              <a:t> x </a:t>
            </a:r>
            <a:r>
              <a:rPr i="1" lang="en"/>
              <a:t>batch size</a:t>
            </a:r>
            <a:endParaRPr/>
          </a:p>
          <a:p>
            <a:pPr indent="-342900" lvl="0" marL="457200" rtl="0" algn="l">
              <a:lnSpc>
                <a:spcPct val="115000"/>
              </a:lnSpc>
              <a:spcBef>
                <a:spcPts val="0"/>
              </a:spcBef>
              <a:spcAft>
                <a:spcPts val="0"/>
              </a:spcAft>
              <a:buSzPts val="1800"/>
              <a:buChar char="●"/>
            </a:pPr>
            <a:r>
              <a:rPr lang="en"/>
              <a:t>Graph processing: </a:t>
            </a:r>
            <a:r>
              <a:rPr i="1" lang="en"/>
              <a:t>embedding lookups</a:t>
            </a:r>
            <a:endParaRPr/>
          </a:p>
        </p:txBody>
      </p:sp>
      <p:pic>
        <p:nvPicPr>
          <p:cNvPr id="1474" name="Google Shape;1474;p166"/>
          <p:cNvPicPr preferRelativeResize="0"/>
          <p:nvPr/>
        </p:nvPicPr>
        <p:blipFill rotWithShape="1">
          <a:blip r:embed="rId3">
            <a:alphaModFix/>
          </a:blip>
          <a:srcRect b="0" l="0" r="0" t="0"/>
          <a:stretch/>
        </p:blipFill>
        <p:spPr>
          <a:xfrm>
            <a:off x="1143000" y="2467397"/>
            <a:ext cx="6858000" cy="231457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67"/>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Building the Model</a:t>
            </a:r>
            <a:endParaRPr sz="2500"/>
          </a:p>
        </p:txBody>
      </p:sp>
      <p:pic>
        <p:nvPicPr>
          <p:cNvPr id="1480" name="Google Shape;1480;p167"/>
          <p:cNvPicPr preferRelativeResize="0"/>
          <p:nvPr/>
        </p:nvPicPr>
        <p:blipFill rotWithShape="1">
          <a:blip r:embed="rId3">
            <a:alphaModFix/>
          </a:blip>
          <a:srcRect b="0" l="0" r="0" t="0"/>
          <a:stretch/>
        </p:blipFill>
        <p:spPr>
          <a:xfrm>
            <a:off x="672349" y="661700"/>
            <a:ext cx="7799300" cy="4351400"/>
          </a:xfrm>
          <a:prstGeom prst="rect">
            <a:avLst/>
          </a:prstGeom>
          <a:noFill/>
          <a:ln>
            <a:noFill/>
          </a:ln>
        </p:spPr>
      </p:pic>
      <p:sp>
        <p:nvSpPr>
          <p:cNvPr id="1481" name="Google Shape;1481;p167"/>
          <p:cNvSpPr/>
          <p:nvPr/>
        </p:nvSpPr>
        <p:spPr>
          <a:xfrm>
            <a:off x="479200" y="575050"/>
            <a:ext cx="8226300" cy="27954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168"/>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Convolutional</a:t>
            </a:r>
            <a:endParaRPr/>
          </a:p>
          <a:p>
            <a:pPr indent="-342900" lvl="0" marL="457200" rtl="0" algn="l">
              <a:lnSpc>
                <a:spcPct val="115000"/>
              </a:lnSpc>
              <a:spcBef>
                <a:spcPts val="0"/>
              </a:spcBef>
              <a:spcAft>
                <a:spcPts val="0"/>
              </a:spcAft>
              <a:buSzPts val="1800"/>
              <a:buChar char="●"/>
            </a:pPr>
            <a:r>
              <a:rPr lang="en"/>
              <a:t>Regularization</a:t>
            </a:r>
            <a:endParaRPr/>
          </a:p>
          <a:p>
            <a:pPr indent="-342900" lvl="0" marL="457200" rtl="0" algn="l">
              <a:lnSpc>
                <a:spcPct val="115000"/>
              </a:lnSpc>
              <a:spcBef>
                <a:spcPts val="0"/>
              </a:spcBef>
              <a:spcAft>
                <a:spcPts val="0"/>
              </a:spcAft>
              <a:buSzPts val="1800"/>
              <a:buChar char="●"/>
            </a:pPr>
            <a:r>
              <a:rPr lang="en"/>
              <a:t>Pooling Layers</a:t>
            </a:r>
            <a:endParaRPr/>
          </a:p>
          <a:p>
            <a:pPr indent="-342900" lvl="0" marL="457200" rtl="0" algn="l">
              <a:lnSpc>
                <a:spcPct val="115000"/>
              </a:lnSpc>
              <a:spcBef>
                <a:spcPts val="0"/>
              </a:spcBef>
              <a:spcAft>
                <a:spcPts val="0"/>
              </a:spcAft>
              <a:buSzPts val="1800"/>
              <a:buChar char="●"/>
            </a:pPr>
            <a:r>
              <a:rPr lang="en"/>
              <a:t>Dense Layers</a:t>
            </a:r>
            <a:endParaRPr/>
          </a:p>
          <a:p>
            <a:pPr indent="-342900" lvl="0" marL="457200" rtl="0" algn="l">
              <a:lnSpc>
                <a:spcPct val="115000"/>
              </a:lnSpc>
              <a:spcBef>
                <a:spcPts val="0"/>
              </a:spcBef>
              <a:spcAft>
                <a:spcPts val="0"/>
              </a:spcAft>
              <a:buSzPts val="1800"/>
              <a:buChar char="●"/>
            </a:pPr>
            <a:r>
              <a:rPr lang="en"/>
              <a:t>Flatten Layers</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b="1" lang="en" u="sng">
                <a:solidFill>
                  <a:schemeClr val="hlink"/>
                </a:solidFill>
                <a:hlinkClick r:id="rId3"/>
              </a:rPr>
              <a:t>And </a:t>
            </a:r>
            <a:r>
              <a:rPr b="1" i="1" lang="en" u="sng">
                <a:solidFill>
                  <a:schemeClr val="hlink"/>
                </a:solidFill>
                <a:hlinkClick r:id="rId4"/>
              </a:rPr>
              <a:t>Much</a:t>
            </a:r>
            <a:r>
              <a:rPr b="1" lang="en" u="sng">
                <a:solidFill>
                  <a:schemeClr val="hlink"/>
                </a:solidFill>
                <a:hlinkClick r:id="rId5"/>
              </a:rPr>
              <a:t> More</a:t>
            </a:r>
            <a:endParaRPr b="1"/>
          </a:p>
        </p:txBody>
      </p:sp>
      <p:sp>
        <p:nvSpPr>
          <p:cNvPr id="1487" name="Google Shape;1487;p168"/>
          <p:cNvSpPr txBox="1"/>
          <p:nvPr>
            <p:ph type="title"/>
          </p:nvPr>
        </p:nvSpPr>
        <p:spPr>
          <a:xfrm>
            <a:off x="311700" y="0"/>
            <a:ext cx="8520600" cy="41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t>All the Different Layers</a:t>
            </a:r>
            <a:endParaRPr/>
          </a:p>
        </p:txBody>
      </p:sp>
      <p:pic>
        <p:nvPicPr>
          <p:cNvPr id="1488" name="Google Shape;1488;p168"/>
          <p:cNvPicPr preferRelativeResize="0"/>
          <p:nvPr/>
        </p:nvPicPr>
        <p:blipFill rotWithShape="1">
          <a:blip r:embed="rId6">
            <a:alphaModFix/>
          </a:blip>
          <a:srcRect b="0" l="0" r="0" t="0"/>
          <a:stretch/>
        </p:blipFill>
        <p:spPr>
          <a:xfrm>
            <a:off x="4716625" y="1134925"/>
            <a:ext cx="3832500" cy="3832500"/>
          </a:xfrm>
          <a:prstGeom prst="rect">
            <a:avLst/>
          </a:prstGeom>
          <a:noFill/>
          <a:ln>
            <a:noFill/>
          </a:ln>
        </p:spPr>
      </p:pic>
      <p:sp>
        <p:nvSpPr>
          <p:cNvPr id="1489" name="Google Shape;1489;p168"/>
          <p:cNvSpPr txBox="1"/>
          <p:nvPr/>
        </p:nvSpPr>
        <p:spPr>
          <a:xfrm>
            <a:off x="5230025" y="719725"/>
            <a:ext cx="2854800" cy="41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Combatting Overfitting</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169"/>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Pooling / Max Pooling</a:t>
            </a:r>
            <a:endParaRPr/>
          </a:p>
        </p:txBody>
      </p:sp>
      <p:pic>
        <p:nvPicPr>
          <p:cNvPr id="1495" name="Google Shape;1495;p169"/>
          <p:cNvPicPr preferRelativeResize="0"/>
          <p:nvPr/>
        </p:nvPicPr>
        <p:blipFill rotWithShape="1">
          <a:blip r:embed="rId3">
            <a:alphaModFix/>
          </a:blip>
          <a:srcRect b="0" l="0" r="0" t="0"/>
          <a:stretch/>
        </p:blipFill>
        <p:spPr>
          <a:xfrm>
            <a:off x="528888" y="688775"/>
            <a:ext cx="8086224" cy="2885450"/>
          </a:xfrm>
          <a:prstGeom prst="rect">
            <a:avLst/>
          </a:prstGeom>
          <a:noFill/>
          <a:ln>
            <a:noFill/>
          </a:ln>
        </p:spPr>
      </p:pic>
      <p:pic>
        <p:nvPicPr>
          <p:cNvPr id="1496" name="Google Shape;1496;p169"/>
          <p:cNvPicPr preferRelativeResize="0"/>
          <p:nvPr/>
        </p:nvPicPr>
        <p:blipFill rotWithShape="1">
          <a:blip r:embed="rId4">
            <a:alphaModFix/>
          </a:blip>
          <a:srcRect b="0" l="0" r="0" t="0"/>
          <a:stretch/>
        </p:blipFill>
        <p:spPr>
          <a:xfrm>
            <a:off x="5746125" y="3015850"/>
            <a:ext cx="3258126" cy="2127651"/>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70"/>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44"/>
              <a:buNone/>
            </a:pPr>
            <a:r>
              <a:rPr lang="en" sz="2500"/>
              <a:t>Building the Model</a:t>
            </a:r>
            <a:endParaRPr sz="2500"/>
          </a:p>
        </p:txBody>
      </p:sp>
      <p:pic>
        <p:nvPicPr>
          <p:cNvPr id="1502" name="Google Shape;1502;p170"/>
          <p:cNvPicPr preferRelativeResize="0"/>
          <p:nvPr/>
        </p:nvPicPr>
        <p:blipFill rotWithShape="1">
          <a:blip r:embed="rId3">
            <a:alphaModFix/>
          </a:blip>
          <a:srcRect b="0" l="0" r="0" t="0"/>
          <a:stretch/>
        </p:blipFill>
        <p:spPr>
          <a:xfrm>
            <a:off x="672349" y="661700"/>
            <a:ext cx="7799300" cy="4351400"/>
          </a:xfrm>
          <a:prstGeom prst="rect">
            <a:avLst/>
          </a:prstGeom>
          <a:noFill/>
          <a:ln>
            <a:noFill/>
          </a:ln>
        </p:spPr>
      </p:pic>
      <p:sp>
        <p:nvSpPr>
          <p:cNvPr id="1503" name="Google Shape;1503;p170"/>
          <p:cNvSpPr/>
          <p:nvPr/>
        </p:nvSpPr>
        <p:spPr>
          <a:xfrm>
            <a:off x="536075" y="4259675"/>
            <a:ext cx="7737000" cy="825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171"/>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What loss curve should you use?</a:t>
            </a:r>
            <a:endParaRPr/>
          </a:p>
        </p:txBody>
      </p:sp>
      <p:sp>
        <p:nvSpPr>
          <p:cNvPr id="1509" name="Google Shape;1509;p171"/>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u="sng">
                <a:solidFill>
                  <a:schemeClr val="hlink"/>
                </a:solidFill>
                <a:hlinkClick r:id="rId3"/>
              </a:rPr>
              <a:t>https://keras.io/api/losses/</a:t>
            </a:r>
            <a:endParaRPr/>
          </a:p>
          <a:p>
            <a:pPr indent="-342900" lvl="0" marL="457200" rtl="0" algn="l">
              <a:lnSpc>
                <a:spcPct val="115000"/>
              </a:lnSpc>
              <a:spcBef>
                <a:spcPts val="0"/>
              </a:spcBef>
              <a:spcAft>
                <a:spcPts val="0"/>
              </a:spcAft>
              <a:buSzPts val="1800"/>
              <a:buChar char="●"/>
            </a:pPr>
            <a:r>
              <a:rPr lang="en"/>
              <a:t>Losses should diminish over time</a:t>
            </a:r>
            <a:br>
              <a:rPr lang="en"/>
            </a:br>
            <a:br>
              <a:rPr lang="en"/>
            </a:br>
            <a:br>
              <a:rPr lang="en"/>
            </a:br>
            <a:br>
              <a:rPr lang="en"/>
            </a:br>
            <a:br>
              <a:rPr lang="en"/>
            </a:br>
            <a:br>
              <a:rPr lang="en"/>
            </a:br>
            <a:br>
              <a:rPr lang="en"/>
            </a:br>
            <a:br>
              <a:rPr lang="en"/>
            </a:br>
            <a:r>
              <a:rPr lang="en"/>
              <a:t>for </a:t>
            </a:r>
            <a:r>
              <a:rPr i="1" lang="en"/>
              <a:t>N</a:t>
            </a:r>
            <a:r>
              <a:rPr lang="en"/>
              <a:t> data points where </a:t>
            </a:r>
            <a:r>
              <a:rPr i="1" lang="en"/>
              <a:t>t</a:t>
            </a:r>
            <a:r>
              <a:rPr lang="en"/>
              <a:t> is the truth value taking a value 0 or 1 and p is the softmax probability for the ith data point.</a:t>
            </a:r>
            <a:br>
              <a:rPr lang="en"/>
            </a:br>
            <a:endParaRPr/>
          </a:p>
        </p:txBody>
      </p:sp>
      <p:pic>
        <p:nvPicPr>
          <p:cNvPr descr="\mathcal{L} = - \frac{1}{N}  \displaystyle\sum_{j=1}^N \left[ t_j \log(p_j) + (1 - t_j) \log(1 - p_j) \right]&#10;%d7870bcd-ef8b-419f-9894-0b21128b1ba2" id="1510" name="Google Shape;1510;p171"/>
          <p:cNvPicPr preferRelativeResize="0"/>
          <p:nvPr/>
        </p:nvPicPr>
        <p:blipFill rotWithShape="1">
          <a:blip r:embed="rId4">
            <a:alphaModFix/>
          </a:blip>
          <a:srcRect b="0" l="0" r="0" t="0"/>
          <a:stretch/>
        </p:blipFill>
        <p:spPr>
          <a:xfrm>
            <a:off x="1303425" y="1836700"/>
            <a:ext cx="6424624" cy="102210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172"/>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You can also specify your own loss</a:t>
            </a:r>
            <a:endParaRPr/>
          </a:p>
        </p:txBody>
      </p:sp>
      <p:pic>
        <p:nvPicPr>
          <p:cNvPr id="1516" name="Google Shape;1516;p172"/>
          <p:cNvPicPr preferRelativeResize="0"/>
          <p:nvPr/>
        </p:nvPicPr>
        <p:blipFill rotWithShape="1">
          <a:blip r:embed="rId3">
            <a:alphaModFix/>
          </a:blip>
          <a:srcRect b="0" l="0" r="0" t="0"/>
          <a:stretch/>
        </p:blipFill>
        <p:spPr>
          <a:xfrm>
            <a:off x="152400" y="834147"/>
            <a:ext cx="8839197" cy="3590566"/>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173"/>
          <p:cNvSpPr txBox="1"/>
          <p:nvPr>
            <p:ph type="title"/>
          </p:nvPr>
        </p:nvSpPr>
        <p:spPr>
          <a:xfrm>
            <a:off x="311700" y="-3"/>
            <a:ext cx="8520600" cy="39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Takes the Gradient of Your Function</a:t>
            </a:r>
            <a:endParaRPr/>
          </a:p>
        </p:txBody>
      </p:sp>
      <p:sp>
        <p:nvSpPr>
          <p:cNvPr id="1522" name="Google Shape;1522;p173"/>
          <p:cNvSpPr txBox="1"/>
          <p:nvPr>
            <p:ph idx="1" type="body"/>
          </p:nvPr>
        </p:nvSpPr>
        <p:spPr>
          <a:xfrm>
            <a:off x="311700" y="736350"/>
            <a:ext cx="8520600" cy="383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Optimizations are variants of Minibatch Stochastic Gradient Descent</a:t>
            </a:r>
            <a:endParaRPr/>
          </a:p>
        </p:txBody>
      </p:sp>
      <p:pic>
        <p:nvPicPr>
          <p:cNvPr id="1523" name="Google Shape;1523;p173"/>
          <p:cNvPicPr preferRelativeResize="0"/>
          <p:nvPr/>
        </p:nvPicPr>
        <p:blipFill rotWithShape="1">
          <a:blip r:embed="rId3">
            <a:alphaModFix/>
          </a:blip>
          <a:srcRect b="0" l="0" r="0" t="0"/>
          <a:stretch/>
        </p:blipFill>
        <p:spPr>
          <a:xfrm>
            <a:off x="152400" y="1409759"/>
            <a:ext cx="8839200" cy="462589"/>
          </a:xfrm>
          <a:prstGeom prst="rect">
            <a:avLst/>
          </a:prstGeom>
          <a:noFill/>
          <a:ln>
            <a:noFill/>
          </a:ln>
        </p:spPr>
      </p:pic>
      <p:sp>
        <p:nvSpPr>
          <p:cNvPr id="1524" name="Google Shape;1524;p173"/>
          <p:cNvSpPr/>
          <p:nvPr/>
        </p:nvSpPr>
        <p:spPr>
          <a:xfrm>
            <a:off x="4762125" y="1361920"/>
            <a:ext cx="1846800" cy="6276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ext&#10;&#10;Description automatically generated" id="1525" name="Google Shape;1525;p173"/>
          <p:cNvPicPr preferRelativeResize="0"/>
          <p:nvPr/>
        </p:nvPicPr>
        <p:blipFill rotWithShape="1">
          <a:blip r:embed="rId4">
            <a:alphaModFix/>
          </a:blip>
          <a:srcRect b="0" l="0" r="0" t="0"/>
          <a:stretch/>
        </p:blipFill>
        <p:spPr>
          <a:xfrm>
            <a:off x="190081" y="702947"/>
            <a:ext cx="8801516" cy="470944"/>
          </a:xfrm>
          <a:prstGeom prst="rect">
            <a:avLst/>
          </a:prstGeom>
          <a:noFill/>
          <a:ln>
            <a:noFill/>
          </a:ln>
        </p:spPr>
      </p:pic>
      <p:sp>
        <p:nvSpPr>
          <p:cNvPr id="1526" name="Google Shape;1526;p173"/>
          <p:cNvSpPr/>
          <p:nvPr/>
        </p:nvSpPr>
        <p:spPr>
          <a:xfrm>
            <a:off x="2915740" y="627134"/>
            <a:ext cx="641100" cy="640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ext&#10;&#10;Description automatically generated" id="1527" name="Google Shape;1527;p173"/>
          <p:cNvPicPr preferRelativeResize="0"/>
          <p:nvPr/>
        </p:nvPicPr>
        <p:blipFill rotWithShape="1">
          <a:blip r:embed="rId5">
            <a:alphaModFix/>
          </a:blip>
          <a:srcRect b="0" l="0" r="0" t="0"/>
          <a:stretch/>
        </p:blipFill>
        <p:spPr>
          <a:xfrm>
            <a:off x="5241471" y="2101305"/>
            <a:ext cx="2743200" cy="2925441"/>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1531" name="Shape 1531"/>
        <p:cNvGrpSpPr/>
        <p:nvPr/>
      </p:nvGrpSpPr>
      <p:grpSpPr>
        <a:xfrm>
          <a:off x="0" y="0"/>
          <a:ext cx="0" cy="0"/>
          <a:chOff x="0" y="0"/>
          <a:chExt cx="0" cy="0"/>
        </a:xfrm>
      </p:grpSpPr>
      <p:sp>
        <p:nvSpPr>
          <p:cNvPr id="1532" name="Google Shape;1532;p174"/>
          <p:cNvSpPr txBox="1"/>
          <p:nvPr>
            <p:ph type="title"/>
          </p:nvPr>
        </p:nvSpPr>
        <p:spPr>
          <a:xfrm>
            <a:off x="311700" y="216425"/>
            <a:ext cx="8520600" cy="572700"/>
          </a:xfrm>
          <a:prstGeom prst="rect">
            <a:avLst/>
          </a:prstGeom>
          <a:solidFill>
            <a:srgbClr val="CFE2F3"/>
          </a:solid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Automatic Differentiation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